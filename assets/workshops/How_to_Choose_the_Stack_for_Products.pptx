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8" r:id="rId1"/>
  </p:sldMasterIdLst>
  <p:notesMasterIdLst>
    <p:notesMasterId r:id="rId21"/>
  </p:notesMasterIdLst>
  <p:sldIdLst>
    <p:sldId id="256" r:id="rId2"/>
    <p:sldId id="257" r:id="rId3"/>
    <p:sldId id="260" r:id="rId4"/>
    <p:sldId id="278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4" r:id="rId18"/>
    <p:sldId id="276" r:id="rId19"/>
    <p:sldId id="279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96"/>
    <p:restoredTop sz="94607"/>
  </p:normalViewPr>
  <p:slideViewPr>
    <p:cSldViewPr snapToGrid="0" snapToObjects="1">
      <p:cViewPr varScale="1">
        <p:scale>
          <a:sx n="148" d="100"/>
          <a:sy n="148" d="100"/>
        </p:scale>
        <p:origin x="258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4C1C7D-B551-486A-AB7A-10673B3B9C6C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E2A7C86-8E79-47E7-942E-AA27E5117261}">
      <dgm:prSet custT="1"/>
      <dgm:spPr/>
      <dgm:t>
        <a:bodyPr/>
        <a:lstStyle/>
        <a:p>
          <a:pPr marL="171450" lvl="0" indent="-171450" algn="ctr" defTabSz="685800" rtl="0" eaLnBrk="1" latinLnBrk="0" hangingPunct="1">
            <a:lnSpc>
              <a:spcPct val="90000"/>
            </a:lnSpc>
            <a:spcBef>
              <a:spcPts val="750"/>
            </a:spcBef>
            <a:spcAft>
              <a:spcPct val="35000"/>
            </a:spcAft>
            <a:buFont typeface="Arial" panose="020B0604020202020204" pitchFamily="34" charset="0"/>
            <a:buNone/>
            <a:defRPr sz="1800"/>
          </a:pPr>
          <a:r>
            <a:rPr lang="en-US" sz="1400" kern="1200" dirty="0">
              <a:solidFill>
                <a:prstClr val="black">
                  <a:lumMod val="65000"/>
                  <a:lumOff val="35000"/>
                </a:prstClr>
              </a:solidFill>
              <a:latin typeface="Aptos" panose="02110004020202020204"/>
              <a:ea typeface="+mn-ea"/>
              <a:cs typeface="+mn-cs"/>
            </a:rPr>
            <a:t>Project: temporary, fixed deliverables, set timeline</a:t>
          </a:r>
        </a:p>
      </dgm:t>
    </dgm:pt>
    <dgm:pt modelId="{60B4FC5B-579F-4659-BEB5-19CA8B2BF212}" type="parTrans" cxnId="{86A3F909-F0BC-4ED4-8341-23669FB49D94}">
      <dgm:prSet/>
      <dgm:spPr/>
      <dgm:t>
        <a:bodyPr/>
        <a:lstStyle/>
        <a:p>
          <a:endParaRPr lang="en-US"/>
        </a:p>
      </dgm:t>
    </dgm:pt>
    <dgm:pt modelId="{FA4FD7A7-4697-4470-BE78-CD41361A1394}" type="sibTrans" cxnId="{86A3F909-F0BC-4ED4-8341-23669FB49D94}">
      <dgm:prSet/>
      <dgm:spPr/>
      <dgm:t>
        <a:bodyPr/>
        <a:lstStyle/>
        <a:p>
          <a:endParaRPr lang="en-US"/>
        </a:p>
      </dgm:t>
    </dgm:pt>
    <dgm:pt modelId="{003671F9-D397-4233-AD04-658E46483839}">
      <dgm:prSet custT="1"/>
      <dgm:spPr/>
      <dgm:t>
        <a:bodyPr/>
        <a:lstStyle/>
        <a:p>
          <a:pPr marL="171450" lvl="0" indent="-171450" algn="ctr" defTabSz="685800" rtl="0" eaLnBrk="1" latinLnBrk="0" hangingPunct="1">
            <a:lnSpc>
              <a:spcPct val="90000"/>
            </a:lnSpc>
            <a:spcBef>
              <a:spcPts val="750"/>
            </a:spcBef>
            <a:spcAft>
              <a:spcPct val="35000"/>
            </a:spcAft>
            <a:buFont typeface="Arial" panose="020B0604020202020204" pitchFamily="34" charset="0"/>
            <a:buNone/>
            <a:defRPr sz="1800"/>
          </a:pPr>
          <a:r>
            <a:rPr lang="en-US" sz="1400" kern="1200" dirty="0">
              <a:solidFill>
                <a:prstClr val="black">
                  <a:lumMod val="65000"/>
                  <a:lumOff val="35000"/>
                </a:prstClr>
              </a:solidFill>
              <a:latin typeface="Aptos" panose="02110004020202020204"/>
              <a:ea typeface="+mn-ea"/>
              <a:cs typeface="+mn-cs"/>
            </a:rPr>
            <a:t>Product: long-lived, user-driven, continuously improved</a:t>
          </a:r>
        </a:p>
      </dgm:t>
    </dgm:pt>
    <dgm:pt modelId="{DE15666F-D72E-4DFB-841C-04459AC28B32}" type="parTrans" cxnId="{E14E6F04-BC12-4EE3-959F-F68AEBCFA0E8}">
      <dgm:prSet/>
      <dgm:spPr/>
      <dgm:t>
        <a:bodyPr/>
        <a:lstStyle/>
        <a:p>
          <a:endParaRPr lang="en-US"/>
        </a:p>
      </dgm:t>
    </dgm:pt>
    <dgm:pt modelId="{925C4003-ECD4-418F-99DE-74C703AD3929}" type="sibTrans" cxnId="{E14E6F04-BC12-4EE3-959F-F68AEBCFA0E8}">
      <dgm:prSet/>
      <dgm:spPr/>
      <dgm:t>
        <a:bodyPr/>
        <a:lstStyle/>
        <a:p>
          <a:endParaRPr lang="en-US"/>
        </a:p>
      </dgm:t>
    </dgm:pt>
    <dgm:pt modelId="{E6E561DF-6F1E-4541-90EC-C1D2F1268DC1}" type="pres">
      <dgm:prSet presAssocID="{C94C1C7D-B551-486A-AB7A-10673B3B9C6C}" presName="root" presStyleCnt="0">
        <dgm:presLayoutVars>
          <dgm:dir/>
          <dgm:resizeHandles val="exact"/>
        </dgm:presLayoutVars>
      </dgm:prSet>
      <dgm:spPr/>
    </dgm:pt>
    <dgm:pt modelId="{0C59AC97-695F-4157-9458-B9B1AFEBF293}" type="pres">
      <dgm:prSet presAssocID="{5E2A7C86-8E79-47E7-942E-AA27E5117261}" presName="compNode" presStyleCnt="0"/>
      <dgm:spPr/>
    </dgm:pt>
    <dgm:pt modelId="{F3614220-7A93-4408-91B7-56943B238506}" type="pres">
      <dgm:prSet presAssocID="{5E2A7C86-8E79-47E7-942E-AA27E5117261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DBAC2073-00AA-4A19-9F3B-A51C399404C8}" type="pres">
      <dgm:prSet presAssocID="{5E2A7C86-8E79-47E7-942E-AA27E511726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68E8D8F3-0A9D-408E-B0B3-2E63EB423132}" type="pres">
      <dgm:prSet presAssocID="{5E2A7C86-8E79-47E7-942E-AA27E5117261}" presName="spaceRect" presStyleCnt="0"/>
      <dgm:spPr/>
    </dgm:pt>
    <dgm:pt modelId="{D37519C4-9154-43B5-837F-637B1AC60630}" type="pres">
      <dgm:prSet presAssocID="{5E2A7C86-8E79-47E7-942E-AA27E5117261}" presName="textRect" presStyleLbl="revTx" presStyleIdx="0" presStyleCnt="2">
        <dgm:presLayoutVars>
          <dgm:chMax val="1"/>
          <dgm:chPref val="1"/>
        </dgm:presLayoutVars>
      </dgm:prSet>
      <dgm:spPr/>
    </dgm:pt>
    <dgm:pt modelId="{AB9056A1-7827-46C3-A55E-45FFA6CD9944}" type="pres">
      <dgm:prSet presAssocID="{FA4FD7A7-4697-4470-BE78-CD41361A1394}" presName="sibTrans" presStyleCnt="0"/>
      <dgm:spPr/>
    </dgm:pt>
    <dgm:pt modelId="{0A43C035-1500-462E-B267-2F96703B901A}" type="pres">
      <dgm:prSet presAssocID="{003671F9-D397-4233-AD04-658E46483839}" presName="compNode" presStyleCnt="0"/>
      <dgm:spPr/>
    </dgm:pt>
    <dgm:pt modelId="{9A1D5394-2A13-4F12-9DCE-90E8ABE01780}" type="pres">
      <dgm:prSet presAssocID="{003671F9-D397-4233-AD04-658E46483839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9CE9E58B-8A56-4243-88DE-DDBE4B254FDD}" type="pres">
      <dgm:prSet presAssocID="{003671F9-D397-4233-AD04-658E4648383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B79CB862-6B39-408B-BF8B-C5E6D5E3CCC5}" type="pres">
      <dgm:prSet presAssocID="{003671F9-D397-4233-AD04-658E46483839}" presName="spaceRect" presStyleCnt="0"/>
      <dgm:spPr/>
    </dgm:pt>
    <dgm:pt modelId="{5F174732-3491-4CF7-9D9C-AA7DF0439A71}" type="pres">
      <dgm:prSet presAssocID="{003671F9-D397-4233-AD04-658E4648383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E14E6F04-BC12-4EE3-959F-F68AEBCFA0E8}" srcId="{C94C1C7D-B551-486A-AB7A-10673B3B9C6C}" destId="{003671F9-D397-4233-AD04-658E46483839}" srcOrd="1" destOrd="0" parTransId="{DE15666F-D72E-4DFB-841C-04459AC28B32}" sibTransId="{925C4003-ECD4-418F-99DE-74C703AD3929}"/>
    <dgm:cxn modelId="{86A3F909-F0BC-4ED4-8341-23669FB49D94}" srcId="{C94C1C7D-B551-486A-AB7A-10673B3B9C6C}" destId="{5E2A7C86-8E79-47E7-942E-AA27E5117261}" srcOrd="0" destOrd="0" parTransId="{60B4FC5B-579F-4659-BEB5-19CA8B2BF212}" sibTransId="{FA4FD7A7-4697-4470-BE78-CD41361A1394}"/>
    <dgm:cxn modelId="{533B068F-AB6F-6A4E-B9E7-DEDA7C7D8FA5}" type="presOf" srcId="{C94C1C7D-B551-486A-AB7A-10673B3B9C6C}" destId="{E6E561DF-6F1E-4541-90EC-C1D2F1268DC1}" srcOrd="0" destOrd="0" presId="urn:microsoft.com/office/officeart/2018/5/layout/IconLeafLabelList"/>
    <dgm:cxn modelId="{B7AD6EB8-A645-7C44-802A-491C3BE2471B}" type="presOf" srcId="{003671F9-D397-4233-AD04-658E46483839}" destId="{5F174732-3491-4CF7-9D9C-AA7DF0439A71}" srcOrd="0" destOrd="0" presId="urn:microsoft.com/office/officeart/2018/5/layout/IconLeafLabelList"/>
    <dgm:cxn modelId="{7E47C5BE-DB75-CE4E-9FC1-4ED9965BA790}" type="presOf" srcId="{5E2A7C86-8E79-47E7-942E-AA27E5117261}" destId="{D37519C4-9154-43B5-837F-637B1AC60630}" srcOrd="0" destOrd="0" presId="urn:microsoft.com/office/officeart/2018/5/layout/IconLeafLabelList"/>
    <dgm:cxn modelId="{83283AA2-7C0B-534C-9B89-11060A8327C0}" type="presParOf" srcId="{E6E561DF-6F1E-4541-90EC-C1D2F1268DC1}" destId="{0C59AC97-695F-4157-9458-B9B1AFEBF293}" srcOrd="0" destOrd="0" presId="urn:microsoft.com/office/officeart/2018/5/layout/IconLeafLabelList"/>
    <dgm:cxn modelId="{7F14A2BD-8936-B240-B3B1-30393358690D}" type="presParOf" srcId="{0C59AC97-695F-4157-9458-B9B1AFEBF293}" destId="{F3614220-7A93-4408-91B7-56943B238506}" srcOrd="0" destOrd="0" presId="urn:microsoft.com/office/officeart/2018/5/layout/IconLeafLabelList"/>
    <dgm:cxn modelId="{64CD16A4-4C9B-AF4A-9998-AF69137A2A82}" type="presParOf" srcId="{0C59AC97-695F-4157-9458-B9B1AFEBF293}" destId="{DBAC2073-00AA-4A19-9F3B-A51C399404C8}" srcOrd="1" destOrd="0" presId="urn:microsoft.com/office/officeart/2018/5/layout/IconLeafLabelList"/>
    <dgm:cxn modelId="{8D040165-9394-4345-96C0-3AAF5BA578D0}" type="presParOf" srcId="{0C59AC97-695F-4157-9458-B9B1AFEBF293}" destId="{68E8D8F3-0A9D-408E-B0B3-2E63EB423132}" srcOrd="2" destOrd="0" presId="urn:microsoft.com/office/officeart/2018/5/layout/IconLeafLabelList"/>
    <dgm:cxn modelId="{719706B9-A5A0-0B48-8D37-5264E5865848}" type="presParOf" srcId="{0C59AC97-695F-4157-9458-B9B1AFEBF293}" destId="{D37519C4-9154-43B5-837F-637B1AC60630}" srcOrd="3" destOrd="0" presId="urn:microsoft.com/office/officeart/2018/5/layout/IconLeafLabelList"/>
    <dgm:cxn modelId="{0A6FEA8B-352E-4948-A849-FB6854FEF3F7}" type="presParOf" srcId="{E6E561DF-6F1E-4541-90EC-C1D2F1268DC1}" destId="{AB9056A1-7827-46C3-A55E-45FFA6CD9944}" srcOrd="1" destOrd="0" presId="urn:microsoft.com/office/officeart/2018/5/layout/IconLeafLabelList"/>
    <dgm:cxn modelId="{D33BF3EA-F3BE-2D48-8D90-A2407489424C}" type="presParOf" srcId="{E6E561DF-6F1E-4541-90EC-C1D2F1268DC1}" destId="{0A43C035-1500-462E-B267-2F96703B901A}" srcOrd="2" destOrd="0" presId="urn:microsoft.com/office/officeart/2018/5/layout/IconLeafLabelList"/>
    <dgm:cxn modelId="{07A7610F-1FC4-AB4C-AC80-7149E2E63C29}" type="presParOf" srcId="{0A43C035-1500-462E-B267-2F96703B901A}" destId="{9A1D5394-2A13-4F12-9DCE-90E8ABE01780}" srcOrd="0" destOrd="0" presId="urn:microsoft.com/office/officeart/2018/5/layout/IconLeafLabelList"/>
    <dgm:cxn modelId="{9D746E9F-AEBC-134E-9FB8-739E7D265914}" type="presParOf" srcId="{0A43C035-1500-462E-B267-2F96703B901A}" destId="{9CE9E58B-8A56-4243-88DE-DDBE4B254FDD}" srcOrd="1" destOrd="0" presId="urn:microsoft.com/office/officeart/2018/5/layout/IconLeafLabelList"/>
    <dgm:cxn modelId="{B7A79FB3-EAE3-6849-BD60-B60FED5E2896}" type="presParOf" srcId="{0A43C035-1500-462E-B267-2F96703B901A}" destId="{B79CB862-6B39-408B-BF8B-C5E6D5E3CCC5}" srcOrd="2" destOrd="0" presId="urn:microsoft.com/office/officeart/2018/5/layout/IconLeafLabelList"/>
    <dgm:cxn modelId="{6C3B7995-F53A-A440-A6BF-2FA3EA1ED528}" type="presParOf" srcId="{0A43C035-1500-462E-B267-2F96703B901A}" destId="{5F174732-3491-4CF7-9D9C-AA7DF0439A71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7265A4E-F050-4D7D-8C26-BD056A803918}" type="doc">
      <dgm:prSet loTypeId="urn:microsoft.com/office/officeart/2018/2/layout/IconLabelList" loCatId="icon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6B62AC2-1391-4439-A0FB-2CDFF83BCFC6}">
      <dgm:prSet custT="1"/>
      <dgm:spPr/>
      <dgm:t>
        <a:bodyPr/>
        <a:lstStyle/>
        <a:p>
          <a:pPr marL="171450" indent="-171450" algn="ctr" defTabSz="685800" rtl="0" eaLnBrk="1" latinLnBrk="0" hangingPunct="1">
            <a:lnSpc>
              <a:spcPct val="90000"/>
            </a:lnSpc>
            <a:spcBef>
              <a:spcPts val="750"/>
            </a:spcBef>
            <a:buFont typeface="Arial" panose="020B0604020202020204" pitchFamily="34" charset="0"/>
            <a:buChar char="•"/>
            <a:defRPr sz="1800"/>
          </a:pPr>
          <a:r>
            <a:rPr lang="en-US" sz="1400" kern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rPr>
            <a:t>Languages: HTML, CSS, JavaScript / TypeScript</a:t>
          </a:r>
        </a:p>
      </dgm:t>
    </dgm:pt>
    <dgm:pt modelId="{F55B1E42-361B-4EA6-958C-B0A2D80F2975}" type="parTrans" cxnId="{E92A8541-A3D1-4A8D-A333-0B24474D33EE}">
      <dgm:prSet/>
      <dgm:spPr/>
      <dgm:t>
        <a:bodyPr/>
        <a:lstStyle/>
        <a:p>
          <a:endParaRPr lang="en-US"/>
        </a:p>
      </dgm:t>
    </dgm:pt>
    <dgm:pt modelId="{F60C8063-25E7-458D-87F3-013E2D124A2E}" type="sibTrans" cxnId="{E92A8541-A3D1-4A8D-A333-0B24474D33EE}">
      <dgm:prSet/>
      <dgm:spPr/>
      <dgm:t>
        <a:bodyPr/>
        <a:lstStyle/>
        <a:p>
          <a:endParaRPr lang="en-US"/>
        </a:p>
      </dgm:t>
    </dgm:pt>
    <dgm:pt modelId="{BAC7D0EC-9DF4-434A-B852-A8CBA1A8AD69}">
      <dgm:prSet custT="1"/>
      <dgm:spPr/>
      <dgm:t>
        <a:bodyPr/>
        <a:lstStyle/>
        <a:p>
          <a:pPr marL="171450" lvl="0" indent="-171450" algn="ctr" defTabSz="685800" rtl="0" eaLnBrk="1" latinLnBrk="0" hangingPunct="1">
            <a:lnSpc>
              <a:spcPct val="90000"/>
            </a:lnSpc>
            <a:spcBef>
              <a:spcPts val="750"/>
            </a:spcBef>
            <a:spcAft>
              <a:spcPct val="35000"/>
            </a:spcAft>
            <a:buFont typeface="Arial" panose="020B0604020202020204" pitchFamily="34" charset="0"/>
            <a:buNone/>
            <a:defRPr sz="1800"/>
          </a:pPr>
          <a:r>
            <a:rPr lang="en-US" sz="1400" kern="1200" dirty="0">
              <a:solidFill>
                <a:prstClr val="black">
                  <a:lumMod val="65000"/>
                  <a:lumOff val="35000"/>
                </a:prstClr>
              </a:solidFill>
              <a:latin typeface="Aptos" panose="02110004020202020204"/>
              <a:ea typeface="+mn-ea"/>
              <a:cs typeface="+mn-cs"/>
            </a:rPr>
            <a:t>Frameworks: React, Vue, Angular, </a:t>
          </a:r>
          <a:r>
            <a:rPr lang="en-US" sz="1400" kern="1200" dirty="0" err="1">
              <a:solidFill>
                <a:prstClr val="black">
                  <a:lumMod val="65000"/>
                  <a:lumOff val="35000"/>
                </a:prstClr>
              </a:solidFill>
              <a:latin typeface="Aptos" panose="02110004020202020204"/>
              <a:ea typeface="+mn-ea"/>
              <a:cs typeface="+mn-cs"/>
            </a:rPr>
            <a:t>Next.js</a:t>
          </a:r>
          <a:endParaRPr lang="en-US" sz="1400" kern="1200" dirty="0">
            <a:solidFill>
              <a:prstClr val="black">
                <a:lumMod val="65000"/>
                <a:lumOff val="35000"/>
              </a:prstClr>
            </a:solidFill>
            <a:latin typeface="Aptos" panose="02110004020202020204"/>
            <a:ea typeface="+mn-ea"/>
            <a:cs typeface="+mn-cs"/>
          </a:endParaRPr>
        </a:p>
      </dgm:t>
    </dgm:pt>
    <dgm:pt modelId="{EFCD29B1-8614-4369-AA5D-012B1C0D0A7A}" type="parTrans" cxnId="{FD8EBA84-E31D-4E94-B222-CACC9BFFCE2E}">
      <dgm:prSet/>
      <dgm:spPr/>
      <dgm:t>
        <a:bodyPr/>
        <a:lstStyle/>
        <a:p>
          <a:endParaRPr lang="en-US"/>
        </a:p>
      </dgm:t>
    </dgm:pt>
    <dgm:pt modelId="{7F3065EF-C6F0-4AD3-869F-FB8A460FAFE8}" type="sibTrans" cxnId="{FD8EBA84-E31D-4E94-B222-CACC9BFFCE2E}">
      <dgm:prSet/>
      <dgm:spPr/>
      <dgm:t>
        <a:bodyPr/>
        <a:lstStyle/>
        <a:p>
          <a:endParaRPr lang="en-US"/>
        </a:p>
      </dgm:t>
    </dgm:pt>
    <dgm:pt modelId="{71E36B9E-663E-40EB-8779-AD3676943B3F}" type="pres">
      <dgm:prSet presAssocID="{97265A4E-F050-4D7D-8C26-BD056A803918}" presName="root" presStyleCnt="0">
        <dgm:presLayoutVars>
          <dgm:dir/>
          <dgm:resizeHandles val="exact"/>
        </dgm:presLayoutVars>
      </dgm:prSet>
      <dgm:spPr/>
    </dgm:pt>
    <dgm:pt modelId="{3DC262FA-97B9-4CB9-AE1D-65AB1FE94DBC}" type="pres">
      <dgm:prSet presAssocID="{36B62AC2-1391-4439-A0FB-2CDFF83BCFC6}" presName="compNode" presStyleCnt="0"/>
      <dgm:spPr/>
    </dgm:pt>
    <dgm:pt modelId="{DFD1F503-FE25-4EF2-8A99-875D65F1C141}" type="pres">
      <dgm:prSet presAssocID="{36B62AC2-1391-4439-A0FB-2CDFF83BCFC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BCE89C07-8ED3-40CD-8DF7-3054E98B09D4}" type="pres">
      <dgm:prSet presAssocID="{36B62AC2-1391-4439-A0FB-2CDFF83BCFC6}" presName="spaceRect" presStyleCnt="0"/>
      <dgm:spPr/>
    </dgm:pt>
    <dgm:pt modelId="{839A705F-58BF-4CC7-A0EA-61498B8E50FA}" type="pres">
      <dgm:prSet presAssocID="{36B62AC2-1391-4439-A0FB-2CDFF83BCFC6}" presName="textRect" presStyleLbl="revTx" presStyleIdx="0" presStyleCnt="2">
        <dgm:presLayoutVars>
          <dgm:chMax val="1"/>
          <dgm:chPref val="1"/>
        </dgm:presLayoutVars>
      </dgm:prSet>
      <dgm:spPr/>
    </dgm:pt>
    <dgm:pt modelId="{83D2D554-0A0A-4CFD-A67B-1571A88A24FA}" type="pres">
      <dgm:prSet presAssocID="{F60C8063-25E7-458D-87F3-013E2D124A2E}" presName="sibTrans" presStyleCnt="0"/>
      <dgm:spPr/>
    </dgm:pt>
    <dgm:pt modelId="{9B023AC3-EA8C-4C4D-8A20-70AB7A005E70}" type="pres">
      <dgm:prSet presAssocID="{BAC7D0EC-9DF4-434A-B852-A8CBA1A8AD69}" presName="compNode" presStyleCnt="0"/>
      <dgm:spPr/>
    </dgm:pt>
    <dgm:pt modelId="{4387F8EF-D1F9-48A2-899A-4A1B380D1013}" type="pres">
      <dgm:prSet presAssocID="{BAC7D0EC-9DF4-434A-B852-A8CBA1A8AD6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4AAACCB6-8550-4D2F-8E0D-9B9CB1C21C06}" type="pres">
      <dgm:prSet presAssocID="{BAC7D0EC-9DF4-434A-B852-A8CBA1A8AD69}" presName="spaceRect" presStyleCnt="0"/>
      <dgm:spPr/>
    </dgm:pt>
    <dgm:pt modelId="{59AD06A5-1844-454E-B0DF-0BD9071FDB7F}" type="pres">
      <dgm:prSet presAssocID="{BAC7D0EC-9DF4-434A-B852-A8CBA1A8AD6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E92A8541-A3D1-4A8D-A333-0B24474D33EE}" srcId="{97265A4E-F050-4D7D-8C26-BD056A803918}" destId="{36B62AC2-1391-4439-A0FB-2CDFF83BCFC6}" srcOrd="0" destOrd="0" parTransId="{F55B1E42-361B-4EA6-958C-B0A2D80F2975}" sibTransId="{F60C8063-25E7-458D-87F3-013E2D124A2E}"/>
    <dgm:cxn modelId="{1003B67E-A4E3-43AC-B54A-D31FDF6CB35C}" type="presOf" srcId="{97265A4E-F050-4D7D-8C26-BD056A803918}" destId="{71E36B9E-663E-40EB-8779-AD3676943B3F}" srcOrd="0" destOrd="0" presId="urn:microsoft.com/office/officeart/2018/2/layout/IconLabelList"/>
    <dgm:cxn modelId="{FD8EBA84-E31D-4E94-B222-CACC9BFFCE2E}" srcId="{97265A4E-F050-4D7D-8C26-BD056A803918}" destId="{BAC7D0EC-9DF4-434A-B852-A8CBA1A8AD69}" srcOrd="1" destOrd="0" parTransId="{EFCD29B1-8614-4369-AA5D-012B1C0D0A7A}" sibTransId="{7F3065EF-C6F0-4AD3-869F-FB8A460FAFE8}"/>
    <dgm:cxn modelId="{565014AF-B8B8-4759-B889-E080B9EAB0F8}" type="presOf" srcId="{BAC7D0EC-9DF4-434A-B852-A8CBA1A8AD69}" destId="{59AD06A5-1844-454E-B0DF-0BD9071FDB7F}" srcOrd="0" destOrd="0" presId="urn:microsoft.com/office/officeart/2018/2/layout/IconLabelList"/>
    <dgm:cxn modelId="{CB3883CC-23E4-4B12-9A31-CA50EF677E28}" type="presOf" srcId="{36B62AC2-1391-4439-A0FB-2CDFF83BCFC6}" destId="{839A705F-58BF-4CC7-A0EA-61498B8E50FA}" srcOrd="0" destOrd="0" presId="urn:microsoft.com/office/officeart/2018/2/layout/IconLabelList"/>
    <dgm:cxn modelId="{114291BF-E19E-407B-9CDE-67848BB27AF1}" type="presParOf" srcId="{71E36B9E-663E-40EB-8779-AD3676943B3F}" destId="{3DC262FA-97B9-4CB9-AE1D-65AB1FE94DBC}" srcOrd="0" destOrd="0" presId="urn:microsoft.com/office/officeart/2018/2/layout/IconLabelList"/>
    <dgm:cxn modelId="{9D5EF857-F010-490D-B052-A8DB84951338}" type="presParOf" srcId="{3DC262FA-97B9-4CB9-AE1D-65AB1FE94DBC}" destId="{DFD1F503-FE25-4EF2-8A99-875D65F1C141}" srcOrd="0" destOrd="0" presId="urn:microsoft.com/office/officeart/2018/2/layout/IconLabelList"/>
    <dgm:cxn modelId="{4C64285E-6403-4FC4-830B-D02F079A871E}" type="presParOf" srcId="{3DC262FA-97B9-4CB9-AE1D-65AB1FE94DBC}" destId="{BCE89C07-8ED3-40CD-8DF7-3054E98B09D4}" srcOrd="1" destOrd="0" presId="urn:microsoft.com/office/officeart/2018/2/layout/IconLabelList"/>
    <dgm:cxn modelId="{2C73D011-0ACD-4531-9228-62E76FBFBBEA}" type="presParOf" srcId="{3DC262FA-97B9-4CB9-AE1D-65AB1FE94DBC}" destId="{839A705F-58BF-4CC7-A0EA-61498B8E50FA}" srcOrd="2" destOrd="0" presId="urn:microsoft.com/office/officeart/2018/2/layout/IconLabelList"/>
    <dgm:cxn modelId="{14FD2E37-AAE2-4126-AB73-301025E7D788}" type="presParOf" srcId="{71E36B9E-663E-40EB-8779-AD3676943B3F}" destId="{83D2D554-0A0A-4CFD-A67B-1571A88A24FA}" srcOrd="1" destOrd="0" presId="urn:microsoft.com/office/officeart/2018/2/layout/IconLabelList"/>
    <dgm:cxn modelId="{4B3963CA-5020-434A-90D6-DB6CA0940D20}" type="presParOf" srcId="{71E36B9E-663E-40EB-8779-AD3676943B3F}" destId="{9B023AC3-EA8C-4C4D-8A20-70AB7A005E70}" srcOrd="2" destOrd="0" presId="urn:microsoft.com/office/officeart/2018/2/layout/IconLabelList"/>
    <dgm:cxn modelId="{E90D02A0-24B9-4B92-A4DE-EFDDAA3C9DD6}" type="presParOf" srcId="{9B023AC3-EA8C-4C4D-8A20-70AB7A005E70}" destId="{4387F8EF-D1F9-48A2-899A-4A1B380D1013}" srcOrd="0" destOrd="0" presId="urn:microsoft.com/office/officeart/2018/2/layout/IconLabelList"/>
    <dgm:cxn modelId="{0772F7D1-FF24-4841-B84B-0B8CB3459A19}" type="presParOf" srcId="{9B023AC3-EA8C-4C4D-8A20-70AB7A005E70}" destId="{4AAACCB6-8550-4D2F-8E0D-9B9CB1C21C06}" srcOrd="1" destOrd="0" presId="urn:microsoft.com/office/officeart/2018/2/layout/IconLabelList"/>
    <dgm:cxn modelId="{801BABDC-DAF5-40C0-9ED1-ED3E63877220}" type="presParOf" srcId="{9B023AC3-EA8C-4C4D-8A20-70AB7A005E70}" destId="{59AD06A5-1844-454E-B0DF-0BD9071FDB7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7265A4E-F050-4D7D-8C26-BD056A803918}" type="doc">
      <dgm:prSet loTypeId="urn:microsoft.com/office/officeart/2018/2/layout/IconLabelList" loCatId="icon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6B62AC2-1391-4439-A0FB-2CDFF83BCFC6}">
      <dgm:prSet custT="1"/>
      <dgm:spPr/>
      <dgm:t>
        <a:bodyPr/>
        <a:lstStyle/>
        <a:p>
          <a:pPr marL="171450" indent="-171450" algn="ctr" defTabSz="685800" rtl="0" eaLnBrk="1" latinLnBrk="0" hangingPunct="1">
            <a:lnSpc>
              <a:spcPct val="90000"/>
            </a:lnSpc>
            <a:spcBef>
              <a:spcPts val="750"/>
            </a:spcBef>
            <a:buFont typeface="Arial" panose="020B0604020202020204" pitchFamily="34" charset="0"/>
            <a:buChar char="•"/>
            <a:defRPr sz="1800"/>
          </a:pPr>
          <a:r>
            <a:rPr lang="en-US" sz="1400" kern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rPr>
            <a:t>Languages: </a:t>
          </a:r>
          <a:r>
            <a:rPr lang="en-US" sz="1400" kern="1200" dirty="0">
              <a:solidFill>
                <a:schemeClr val="tx1">
                  <a:lumMod val="65000"/>
                  <a:lumOff val="35000"/>
                </a:schemeClr>
              </a:solidFill>
            </a:rPr>
            <a:t>Node.js, Python, Java, Go, C#, PHP, Ruby</a:t>
          </a:r>
          <a:endParaRPr lang="en-US" sz="1400" kern="120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  <a:cs typeface="+mn-cs"/>
          </a:endParaRPr>
        </a:p>
      </dgm:t>
    </dgm:pt>
    <dgm:pt modelId="{F55B1E42-361B-4EA6-958C-B0A2D80F2975}" type="parTrans" cxnId="{E92A8541-A3D1-4A8D-A333-0B24474D33EE}">
      <dgm:prSet/>
      <dgm:spPr/>
      <dgm:t>
        <a:bodyPr/>
        <a:lstStyle/>
        <a:p>
          <a:endParaRPr lang="en-US"/>
        </a:p>
      </dgm:t>
    </dgm:pt>
    <dgm:pt modelId="{F60C8063-25E7-458D-87F3-013E2D124A2E}" type="sibTrans" cxnId="{E92A8541-A3D1-4A8D-A333-0B24474D33EE}">
      <dgm:prSet/>
      <dgm:spPr/>
      <dgm:t>
        <a:bodyPr/>
        <a:lstStyle/>
        <a:p>
          <a:endParaRPr lang="en-US"/>
        </a:p>
      </dgm:t>
    </dgm:pt>
    <dgm:pt modelId="{BAC7D0EC-9DF4-434A-B852-A8CBA1A8AD69}">
      <dgm:prSet custT="1"/>
      <dgm:spPr/>
      <dgm:t>
        <a:bodyPr/>
        <a:lstStyle/>
        <a:p>
          <a:pPr marL="171450" lvl="0" indent="-171450" algn="ctr" defTabSz="685800" rtl="0" eaLnBrk="1" latinLnBrk="0" hangingPunct="1">
            <a:lnSpc>
              <a:spcPct val="90000"/>
            </a:lnSpc>
            <a:spcBef>
              <a:spcPts val="750"/>
            </a:spcBef>
            <a:spcAft>
              <a:spcPct val="35000"/>
            </a:spcAft>
            <a:buFont typeface="Arial" panose="020B0604020202020204" pitchFamily="34" charset="0"/>
            <a:buNone/>
            <a:defRPr sz="1800"/>
          </a:pPr>
          <a:r>
            <a:rPr lang="en-US" sz="1400" kern="1200" dirty="0">
              <a:solidFill>
                <a:prstClr val="black">
                  <a:lumMod val="65000"/>
                  <a:lumOff val="35000"/>
                </a:prstClr>
              </a:solidFill>
              <a:latin typeface="Aptos" panose="02110004020202020204"/>
              <a:ea typeface="+mn-ea"/>
              <a:cs typeface="+mn-cs"/>
            </a:rPr>
            <a:t>Frameworks: </a:t>
          </a:r>
          <a:r>
            <a:rPr lang="en-US" sz="1400" kern="1200" dirty="0">
              <a:solidFill>
                <a:schemeClr val="tx1">
                  <a:lumMod val="65000"/>
                  <a:lumOff val="35000"/>
                </a:schemeClr>
              </a:solidFill>
            </a:rPr>
            <a:t>Express/</a:t>
          </a:r>
          <a:r>
            <a:rPr lang="en-US" sz="1400" kern="1200" dirty="0" err="1">
              <a:solidFill>
                <a:schemeClr val="tx1">
                  <a:lumMod val="65000"/>
                  <a:lumOff val="35000"/>
                </a:schemeClr>
              </a:solidFill>
            </a:rPr>
            <a:t>NestJS</a:t>
          </a:r>
          <a:r>
            <a:rPr lang="en-US" sz="1400" kern="1200" dirty="0">
              <a:solidFill>
                <a:schemeClr val="tx1">
                  <a:lumMod val="65000"/>
                  <a:lumOff val="35000"/>
                </a:schemeClr>
              </a:solidFill>
            </a:rPr>
            <a:t>, Django/Flask, Spring Boot, Laravel</a:t>
          </a:r>
          <a:endParaRPr lang="en-US" sz="1400" kern="1200" dirty="0">
            <a:solidFill>
              <a:prstClr val="black">
                <a:lumMod val="65000"/>
                <a:lumOff val="35000"/>
              </a:prstClr>
            </a:solidFill>
            <a:latin typeface="Aptos" panose="02110004020202020204"/>
            <a:ea typeface="+mn-ea"/>
            <a:cs typeface="+mn-cs"/>
          </a:endParaRPr>
        </a:p>
      </dgm:t>
    </dgm:pt>
    <dgm:pt modelId="{EFCD29B1-8614-4369-AA5D-012B1C0D0A7A}" type="parTrans" cxnId="{FD8EBA84-E31D-4E94-B222-CACC9BFFCE2E}">
      <dgm:prSet/>
      <dgm:spPr/>
      <dgm:t>
        <a:bodyPr/>
        <a:lstStyle/>
        <a:p>
          <a:endParaRPr lang="en-US"/>
        </a:p>
      </dgm:t>
    </dgm:pt>
    <dgm:pt modelId="{7F3065EF-C6F0-4AD3-869F-FB8A460FAFE8}" type="sibTrans" cxnId="{FD8EBA84-E31D-4E94-B222-CACC9BFFCE2E}">
      <dgm:prSet/>
      <dgm:spPr/>
      <dgm:t>
        <a:bodyPr/>
        <a:lstStyle/>
        <a:p>
          <a:endParaRPr lang="en-US"/>
        </a:p>
      </dgm:t>
    </dgm:pt>
    <dgm:pt modelId="{71E36B9E-663E-40EB-8779-AD3676943B3F}" type="pres">
      <dgm:prSet presAssocID="{97265A4E-F050-4D7D-8C26-BD056A803918}" presName="root" presStyleCnt="0">
        <dgm:presLayoutVars>
          <dgm:dir/>
          <dgm:resizeHandles val="exact"/>
        </dgm:presLayoutVars>
      </dgm:prSet>
      <dgm:spPr/>
    </dgm:pt>
    <dgm:pt modelId="{3DC262FA-97B9-4CB9-AE1D-65AB1FE94DBC}" type="pres">
      <dgm:prSet presAssocID="{36B62AC2-1391-4439-A0FB-2CDFF83BCFC6}" presName="compNode" presStyleCnt="0"/>
      <dgm:spPr/>
    </dgm:pt>
    <dgm:pt modelId="{DFD1F503-FE25-4EF2-8A99-875D65F1C141}" type="pres">
      <dgm:prSet presAssocID="{36B62AC2-1391-4439-A0FB-2CDFF83BCFC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BCE89C07-8ED3-40CD-8DF7-3054E98B09D4}" type="pres">
      <dgm:prSet presAssocID="{36B62AC2-1391-4439-A0FB-2CDFF83BCFC6}" presName="spaceRect" presStyleCnt="0"/>
      <dgm:spPr/>
    </dgm:pt>
    <dgm:pt modelId="{839A705F-58BF-4CC7-A0EA-61498B8E50FA}" type="pres">
      <dgm:prSet presAssocID="{36B62AC2-1391-4439-A0FB-2CDFF83BCFC6}" presName="textRect" presStyleLbl="revTx" presStyleIdx="0" presStyleCnt="2">
        <dgm:presLayoutVars>
          <dgm:chMax val="1"/>
          <dgm:chPref val="1"/>
        </dgm:presLayoutVars>
      </dgm:prSet>
      <dgm:spPr/>
    </dgm:pt>
    <dgm:pt modelId="{83D2D554-0A0A-4CFD-A67B-1571A88A24FA}" type="pres">
      <dgm:prSet presAssocID="{F60C8063-25E7-458D-87F3-013E2D124A2E}" presName="sibTrans" presStyleCnt="0"/>
      <dgm:spPr/>
    </dgm:pt>
    <dgm:pt modelId="{9B023AC3-EA8C-4C4D-8A20-70AB7A005E70}" type="pres">
      <dgm:prSet presAssocID="{BAC7D0EC-9DF4-434A-B852-A8CBA1A8AD69}" presName="compNode" presStyleCnt="0"/>
      <dgm:spPr/>
    </dgm:pt>
    <dgm:pt modelId="{4387F8EF-D1F9-48A2-899A-4A1B380D1013}" type="pres">
      <dgm:prSet presAssocID="{BAC7D0EC-9DF4-434A-B852-A8CBA1A8AD6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4AAACCB6-8550-4D2F-8E0D-9B9CB1C21C06}" type="pres">
      <dgm:prSet presAssocID="{BAC7D0EC-9DF4-434A-B852-A8CBA1A8AD69}" presName="spaceRect" presStyleCnt="0"/>
      <dgm:spPr/>
    </dgm:pt>
    <dgm:pt modelId="{59AD06A5-1844-454E-B0DF-0BD9071FDB7F}" type="pres">
      <dgm:prSet presAssocID="{BAC7D0EC-9DF4-434A-B852-A8CBA1A8AD6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E92A8541-A3D1-4A8D-A333-0B24474D33EE}" srcId="{97265A4E-F050-4D7D-8C26-BD056A803918}" destId="{36B62AC2-1391-4439-A0FB-2CDFF83BCFC6}" srcOrd="0" destOrd="0" parTransId="{F55B1E42-361B-4EA6-958C-B0A2D80F2975}" sibTransId="{F60C8063-25E7-458D-87F3-013E2D124A2E}"/>
    <dgm:cxn modelId="{1003B67E-A4E3-43AC-B54A-D31FDF6CB35C}" type="presOf" srcId="{97265A4E-F050-4D7D-8C26-BD056A803918}" destId="{71E36B9E-663E-40EB-8779-AD3676943B3F}" srcOrd="0" destOrd="0" presId="urn:microsoft.com/office/officeart/2018/2/layout/IconLabelList"/>
    <dgm:cxn modelId="{FD8EBA84-E31D-4E94-B222-CACC9BFFCE2E}" srcId="{97265A4E-F050-4D7D-8C26-BD056A803918}" destId="{BAC7D0EC-9DF4-434A-B852-A8CBA1A8AD69}" srcOrd="1" destOrd="0" parTransId="{EFCD29B1-8614-4369-AA5D-012B1C0D0A7A}" sibTransId="{7F3065EF-C6F0-4AD3-869F-FB8A460FAFE8}"/>
    <dgm:cxn modelId="{565014AF-B8B8-4759-B889-E080B9EAB0F8}" type="presOf" srcId="{BAC7D0EC-9DF4-434A-B852-A8CBA1A8AD69}" destId="{59AD06A5-1844-454E-B0DF-0BD9071FDB7F}" srcOrd="0" destOrd="0" presId="urn:microsoft.com/office/officeart/2018/2/layout/IconLabelList"/>
    <dgm:cxn modelId="{CB3883CC-23E4-4B12-9A31-CA50EF677E28}" type="presOf" srcId="{36B62AC2-1391-4439-A0FB-2CDFF83BCFC6}" destId="{839A705F-58BF-4CC7-A0EA-61498B8E50FA}" srcOrd="0" destOrd="0" presId="urn:microsoft.com/office/officeart/2018/2/layout/IconLabelList"/>
    <dgm:cxn modelId="{114291BF-E19E-407B-9CDE-67848BB27AF1}" type="presParOf" srcId="{71E36B9E-663E-40EB-8779-AD3676943B3F}" destId="{3DC262FA-97B9-4CB9-AE1D-65AB1FE94DBC}" srcOrd="0" destOrd="0" presId="urn:microsoft.com/office/officeart/2018/2/layout/IconLabelList"/>
    <dgm:cxn modelId="{9D5EF857-F010-490D-B052-A8DB84951338}" type="presParOf" srcId="{3DC262FA-97B9-4CB9-AE1D-65AB1FE94DBC}" destId="{DFD1F503-FE25-4EF2-8A99-875D65F1C141}" srcOrd="0" destOrd="0" presId="urn:microsoft.com/office/officeart/2018/2/layout/IconLabelList"/>
    <dgm:cxn modelId="{4C64285E-6403-4FC4-830B-D02F079A871E}" type="presParOf" srcId="{3DC262FA-97B9-4CB9-AE1D-65AB1FE94DBC}" destId="{BCE89C07-8ED3-40CD-8DF7-3054E98B09D4}" srcOrd="1" destOrd="0" presId="urn:microsoft.com/office/officeart/2018/2/layout/IconLabelList"/>
    <dgm:cxn modelId="{2C73D011-0ACD-4531-9228-62E76FBFBBEA}" type="presParOf" srcId="{3DC262FA-97B9-4CB9-AE1D-65AB1FE94DBC}" destId="{839A705F-58BF-4CC7-A0EA-61498B8E50FA}" srcOrd="2" destOrd="0" presId="urn:microsoft.com/office/officeart/2018/2/layout/IconLabelList"/>
    <dgm:cxn modelId="{14FD2E37-AAE2-4126-AB73-301025E7D788}" type="presParOf" srcId="{71E36B9E-663E-40EB-8779-AD3676943B3F}" destId="{83D2D554-0A0A-4CFD-A67B-1571A88A24FA}" srcOrd="1" destOrd="0" presId="urn:microsoft.com/office/officeart/2018/2/layout/IconLabelList"/>
    <dgm:cxn modelId="{4B3963CA-5020-434A-90D6-DB6CA0940D20}" type="presParOf" srcId="{71E36B9E-663E-40EB-8779-AD3676943B3F}" destId="{9B023AC3-EA8C-4C4D-8A20-70AB7A005E70}" srcOrd="2" destOrd="0" presId="urn:microsoft.com/office/officeart/2018/2/layout/IconLabelList"/>
    <dgm:cxn modelId="{E90D02A0-24B9-4B92-A4DE-EFDDAA3C9DD6}" type="presParOf" srcId="{9B023AC3-EA8C-4C4D-8A20-70AB7A005E70}" destId="{4387F8EF-D1F9-48A2-899A-4A1B380D1013}" srcOrd="0" destOrd="0" presId="urn:microsoft.com/office/officeart/2018/2/layout/IconLabelList"/>
    <dgm:cxn modelId="{0772F7D1-FF24-4841-B84B-0B8CB3459A19}" type="presParOf" srcId="{9B023AC3-EA8C-4C4D-8A20-70AB7A005E70}" destId="{4AAACCB6-8550-4D2F-8E0D-9B9CB1C21C06}" srcOrd="1" destOrd="0" presId="urn:microsoft.com/office/officeart/2018/2/layout/IconLabelList"/>
    <dgm:cxn modelId="{801BABDC-DAF5-40C0-9ED1-ED3E63877220}" type="presParOf" srcId="{9B023AC3-EA8C-4C4D-8A20-70AB7A005E70}" destId="{59AD06A5-1844-454E-B0DF-0BD9071FDB7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C6242A6-915D-449D-B709-72860252114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3F9DA74-6943-40AE-9F74-4E0636CACBF8}">
      <dgm:prSet custT="1"/>
      <dgm:spPr/>
      <dgm:t>
        <a:bodyPr/>
        <a:lstStyle/>
        <a:p>
          <a:pPr marL="171450" lvl="0" indent="-171450" algn="ctr" defTabSz="685800" rtl="0" eaLnBrk="1" latinLnBrk="0" hangingPunct="1">
            <a:lnSpc>
              <a:spcPct val="90000"/>
            </a:lnSpc>
            <a:spcBef>
              <a:spcPts val="750"/>
            </a:spcBef>
            <a:spcAft>
              <a:spcPct val="35000"/>
            </a:spcAft>
            <a:buFont typeface="Arial" panose="020B0604020202020204" pitchFamily="34" charset="0"/>
            <a:buNone/>
            <a:defRPr sz="1800"/>
          </a:pPr>
          <a:r>
            <a:rPr lang="en-US" sz="1400" kern="1200" dirty="0">
              <a:solidFill>
                <a:prstClr val="black">
                  <a:lumMod val="65000"/>
                  <a:lumOff val="35000"/>
                </a:prstClr>
              </a:solidFill>
              <a:latin typeface="Aptos" panose="02110004020202020204"/>
              <a:ea typeface="+mn-ea"/>
              <a:cs typeface="+mn-cs"/>
            </a:rPr>
            <a:t>Relational (ACID): PostgreSQL, MySQL, SQL Server</a:t>
          </a:r>
        </a:p>
      </dgm:t>
    </dgm:pt>
    <dgm:pt modelId="{1289E9EB-EA2C-4267-9013-5EF25F171EBE}" type="parTrans" cxnId="{CA5D851B-64A8-41C6-962A-37EFB5AF6876}">
      <dgm:prSet/>
      <dgm:spPr/>
      <dgm:t>
        <a:bodyPr/>
        <a:lstStyle/>
        <a:p>
          <a:endParaRPr lang="en-US"/>
        </a:p>
      </dgm:t>
    </dgm:pt>
    <dgm:pt modelId="{7F9F23A7-B2FE-4943-B1C6-BB78515CDB02}" type="sibTrans" cxnId="{CA5D851B-64A8-41C6-962A-37EFB5AF6876}">
      <dgm:prSet/>
      <dgm:spPr/>
      <dgm:t>
        <a:bodyPr/>
        <a:lstStyle/>
        <a:p>
          <a:endParaRPr lang="en-US"/>
        </a:p>
      </dgm:t>
    </dgm:pt>
    <dgm:pt modelId="{CF71AEFA-F32A-48E3-9F35-2B1BFE713173}">
      <dgm:prSet custT="1"/>
      <dgm:spPr/>
      <dgm:t>
        <a:bodyPr/>
        <a:lstStyle/>
        <a:p>
          <a:pPr marL="171450" lvl="0" indent="-171450" algn="ctr" defTabSz="685800" rtl="0" eaLnBrk="1" latinLnBrk="0" hangingPunct="1">
            <a:lnSpc>
              <a:spcPct val="90000"/>
            </a:lnSpc>
            <a:spcBef>
              <a:spcPts val="750"/>
            </a:spcBef>
            <a:spcAft>
              <a:spcPct val="35000"/>
            </a:spcAft>
            <a:buFont typeface="Arial" panose="020B0604020202020204" pitchFamily="34" charset="0"/>
            <a:buNone/>
            <a:defRPr sz="1800"/>
          </a:pPr>
          <a:r>
            <a:rPr lang="en-US" sz="1400" kern="1200" dirty="0">
              <a:solidFill>
                <a:prstClr val="black">
                  <a:lumMod val="65000"/>
                  <a:lumOff val="35000"/>
                </a:prstClr>
              </a:solidFill>
              <a:latin typeface="Aptos" panose="02110004020202020204"/>
              <a:ea typeface="+mn-ea"/>
              <a:cs typeface="+mn-cs"/>
            </a:rPr>
            <a:t>NoSQL (flexible / distributed): MongoDB, Redis, Cassandra</a:t>
          </a:r>
        </a:p>
      </dgm:t>
    </dgm:pt>
    <dgm:pt modelId="{457D4DF0-E631-407E-88E0-B8F5FD628528}" type="parTrans" cxnId="{E4047C28-2912-411A-BC44-6203838D95C9}">
      <dgm:prSet/>
      <dgm:spPr/>
      <dgm:t>
        <a:bodyPr/>
        <a:lstStyle/>
        <a:p>
          <a:endParaRPr lang="en-US"/>
        </a:p>
      </dgm:t>
    </dgm:pt>
    <dgm:pt modelId="{B7E97296-DF0D-4618-A14F-92E11613BFA8}" type="sibTrans" cxnId="{E4047C28-2912-411A-BC44-6203838D95C9}">
      <dgm:prSet/>
      <dgm:spPr/>
      <dgm:t>
        <a:bodyPr/>
        <a:lstStyle/>
        <a:p>
          <a:endParaRPr lang="en-US"/>
        </a:p>
      </dgm:t>
    </dgm:pt>
    <dgm:pt modelId="{22728A93-C73F-4DAA-AC84-57079BE416E2}" type="pres">
      <dgm:prSet presAssocID="{DC6242A6-915D-449D-B709-728602521147}" presName="root" presStyleCnt="0">
        <dgm:presLayoutVars>
          <dgm:dir/>
          <dgm:resizeHandles val="exact"/>
        </dgm:presLayoutVars>
      </dgm:prSet>
      <dgm:spPr/>
    </dgm:pt>
    <dgm:pt modelId="{C6CE602F-CE26-4839-908A-F5B478836283}" type="pres">
      <dgm:prSet presAssocID="{D3F9DA74-6943-40AE-9F74-4E0636CACBF8}" presName="compNode" presStyleCnt="0"/>
      <dgm:spPr/>
    </dgm:pt>
    <dgm:pt modelId="{74C3EA5C-7F54-49DD-84F0-0427CA6F9C04}" type="pres">
      <dgm:prSet presAssocID="{D3F9DA74-6943-40AE-9F74-4E0636CACBF8}" presName="iconBgRect" presStyleLbl="bgShp" presStyleIdx="0" presStyleCnt="2"/>
      <dgm:spPr/>
    </dgm:pt>
    <dgm:pt modelId="{F6B87932-21CF-4576-B37F-F8AF28253D71}" type="pres">
      <dgm:prSet presAssocID="{D3F9DA74-6943-40AE-9F74-4E0636CACBF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76634DB-B27F-4A04-854F-A310E373AE7C}" type="pres">
      <dgm:prSet presAssocID="{D3F9DA74-6943-40AE-9F74-4E0636CACBF8}" presName="spaceRect" presStyleCnt="0"/>
      <dgm:spPr/>
    </dgm:pt>
    <dgm:pt modelId="{1543DB29-E27C-4F68-92F2-FC379658A6A4}" type="pres">
      <dgm:prSet presAssocID="{D3F9DA74-6943-40AE-9F74-4E0636CACBF8}" presName="textRect" presStyleLbl="revTx" presStyleIdx="0" presStyleCnt="2">
        <dgm:presLayoutVars>
          <dgm:chMax val="1"/>
          <dgm:chPref val="1"/>
        </dgm:presLayoutVars>
      </dgm:prSet>
      <dgm:spPr/>
    </dgm:pt>
    <dgm:pt modelId="{3BBA9F8C-D153-4B12-9649-896FD734B468}" type="pres">
      <dgm:prSet presAssocID="{7F9F23A7-B2FE-4943-B1C6-BB78515CDB02}" presName="sibTrans" presStyleCnt="0"/>
      <dgm:spPr/>
    </dgm:pt>
    <dgm:pt modelId="{67B6CFB1-E9A8-41F8-8DCE-E481B2814280}" type="pres">
      <dgm:prSet presAssocID="{CF71AEFA-F32A-48E3-9F35-2B1BFE713173}" presName="compNode" presStyleCnt="0"/>
      <dgm:spPr/>
    </dgm:pt>
    <dgm:pt modelId="{64FCB081-926D-4AA7-85FD-981FE3C7C1F5}" type="pres">
      <dgm:prSet presAssocID="{CF71AEFA-F32A-48E3-9F35-2B1BFE713173}" presName="iconBgRect" presStyleLbl="bgShp" presStyleIdx="1" presStyleCnt="2"/>
      <dgm:spPr/>
    </dgm:pt>
    <dgm:pt modelId="{B5DA6ACA-6E97-4370-8F12-0592B7A72585}" type="pres">
      <dgm:prSet presAssocID="{CF71AEFA-F32A-48E3-9F35-2B1BFE71317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7262F2F9-7D72-4794-9B23-A8A5BF41945C}" type="pres">
      <dgm:prSet presAssocID="{CF71AEFA-F32A-48E3-9F35-2B1BFE713173}" presName="spaceRect" presStyleCnt="0"/>
      <dgm:spPr/>
    </dgm:pt>
    <dgm:pt modelId="{39F8F34D-056A-491D-BD88-8A5F18811D1F}" type="pres">
      <dgm:prSet presAssocID="{CF71AEFA-F32A-48E3-9F35-2B1BFE713173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CA5D851B-64A8-41C6-962A-37EFB5AF6876}" srcId="{DC6242A6-915D-449D-B709-728602521147}" destId="{D3F9DA74-6943-40AE-9F74-4E0636CACBF8}" srcOrd="0" destOrd="0" parTransId="{1289E9EB-EA2C-4267-9013-5EF25F171EBE}" sibTransId="{7F9F23A7-B2FE-4943-B1C6-BB78515CDB02}"/>
    <dgm:cxn modelId="{E4047C28-2912-411A-BC44-6203838D95C9}" srcId="{DC6242A6-915D-449D-B709-728602521147}" destId="{CF71AEFA-F32A-48E3-9F35-2B1BFE713173}" srcOrd="1" destOrd="0" parTransId="{457D4DF0-E631-407E-88E0-B8F5FD628528}" sibTransId="{B7E97296-DF0D-4618-A14F-92E11613BFA8}"/>
    <dgm:cxn modelId="{9BB93729-769C-4FEA-8C42-FC09ECADC109}" type="presOf" srcId="{DC6242A6-915D-449D-B709-728602521147}" destId="{22728A93-C73F-4DAA-AC84-57079BE416E2}" srcOrd="0" destOrd="0" presId="urn:microsoft.com/office/officeart/2018/5/layout/IconCircleLabelList"/>
    <dgm:cxn modelId="{E952C545-A23E-4F91-9C77-9CB43FD371E1}" type="presOf" srcId="{CF71AEFA-F32A-48E3-9F35-2B1BFE713173}" destId="{39F8F34D-056A-491D-BD88-8A5F18811D1F}" srcOrd="0" destOrd="0" presId="urn:microsoft.com/office/officeart/2018/5/layout/IconCircleLabelList"/>
    <dgm:cxn modelId="{B081FB81-213B-4A61-94C6-04633F07747A}" type="presOf" srcId="{D3F9DA74-6943-40AE-9F74-4E0636CACBF8}" destId="{1543DB29-E27C-4F68-92F2-FC379658A6A4}" srcOrd="0" destOrd="0" presId="urn:microsoft.com/office/officeart/2018/5/layout/IconCircleLabelList"/>
    <dgm:cxn modelId="{FA4A2754-5EE4-4AC9-BF70-D7D8F316FD2D}" type="presParOf" srcId="{22728A93-C73F-4DAA-AC84-57079BE416E2}" destId="{C6CE602F-CE26-4839-908A-F5B478836283}" srcOrd="0" destOrd="0" presId="urn:microsoft.com/office/officeart/2018/5/layout/IconCircleLabelList"/>
    <dgm:cxn modelId="{AFED8858-8CAF-4360-A9D3-65253D8BAE24}" type="presParOf" srcId="{C6CE602F-CE26-4839-908A-F5B478836283}" destId="{74C3EA5C-7F54-49DD-84F0-0427CA6F9C04}" srcOrd="0" destOrd="0" presId="urn:microsoft.com/office/officeart/2018/5/layout/IconCircleLabelList"/>
    <dgm:cxn modelId="{33EF0969-1D99-42C0-8B52-57DFADB1EF21}" type="presParOf" srcId="{C6CE602F-CE26-4839-908A-F5B478836283}" destId="{F6B87932-21CF-4576-B37F-F8AF28253D71}" srcOrd="1" destOrd="0" presId="urn:microsoft.com/office/officeart/2018/5/layout/IconCircleLabelList"/>
    <dgm:cxn modelId="{609CBF13-194E-4158-882D-EA0C92438F40}" type="presParOf" srcId="{C6CE602F-CE26-4839-908A-F5B478836283}" destId="{276634DB-B27F-4A04-854F-A310E373AE7C}" srcOrd="2" destOrd="0" presId="urn:microsoft.com/office/officeart/2018/5/layout/IconCircleLabelList"/>
    <dgm:cxn modelId="{EA3C4495-E774-40FA-948B-E0DA839B3B99}" type="presParOf" srcId="{C6CE602F-CE26-4839-908A-F5B478836283}" destId="{1543DB29-E27C-4F68-92F2-FC379658A6A4}" srcOrd="3" destOrd="0" presId="urn:microsoft.com/office/officeart/2018/5/layout/IconCircleLabelList"/>
    <dgm:cxn modelId="{A7550C15-A078-4C9A-972B-213A5F52431C}" type="presParOf" srcId="{22728A93-C73F-4DAA-AC84-57079BE416E2}" destId="{3BBA9F8C-D153-4B12-9649-896FD734B468}" srcOrd="1" destOrd="0" presId="urn:microsoft.com/office/officeart/2018/5/layout/IconCircleLabelList"/>
    <dgm:cxn modelId="{496E125C-E369-47D8-BFE5-49C9FCB28974}" type="presParOf" srcId="{22728A93-C73F-4DAA-AC84-57079BE416E2}" destId="{67B6CFB1-E9A8-41F8-8DCE-E481B2814280}" srcOrd="2" destOrd="0" presId="urn:microsoft.com/office/officeart/2018/5/layout/IconCircleLabelList"/>
    <dgm:cxn modelId="{07FD8EDB-BFAC-4CB0-A888-D24151BB8188}" type="presParOf" srcId="{67B6CFB1-E9A8-41F8-8DCE-E481B2814280}" destId="{64FCB081-926D-4AA7-85FD-981FE3C7C1F5}" srcOrd="0" destOrd="0" presId="urn:microsoft.com/office/officeart/2018/5/layout/IconCircleLabelList"/>
    <dgm:cxn modelId="{A83E0DE2-1D41-4B91-B54F-08983FD5F9C9}" type="presParOf" srcId="{67B6CFB1-E9A8-41F8-8DCE-E481B2814280}" destId="{B5DA6ACA-6E97-4370-8F12-0592B7A72585}" srcOrd="1" destOrd="0" presId="urn:microsoft.com/office/officeart/2018/5/layout/IconCircleLabelList"/>
    <dgm:cxn modelId="{52CEC3E3-2A0F-4255-9C41-6664E1D41A77}" type="presParOf" srcId="{67B6CFB1-E9A8-41F8-8DCE-E481B2814280}" destId="{7262F2F9-7D72-4794-9B23-A8A5BF41945C}" srcOrd="2" destOrd="0" presId="urn:microsoft.com/office/officeart/2018/5/layout/IconCircleLabelList"/>
    <dgm:cxn modelId="{F4DF9459-6753-479E-BEF2-B53948E29C56}" type="presParOf" srcId="{67B6CFB1-E9A8-41F8-8DCE-E481B2814280}" destId="{39F8F34D-056A-491D-BD88-8A5F18811D1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339AEA2-F5F7-42B4-94EA-806B9A93640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9B6E157-7D2F-4B6A-8FA2-EE92B642B81A}">
      <dgm:prSet custT="1"/>
      <dgm:spPr/>
      <dgm:t>
        <a:bodyPr/>
        <a:lstStyle/>
        <a:p>
          <a:pPr marL="171450" lvl="0" indent="-171450" algn="ctr" defTabSz="685800" rtl="0" eaLnBrk="1" latinLnBrk="0" hangingPunct="1">
            <a:lnSpc>
              <a:spcPct val="90000"/>
            </a:lnSpc>
            <a:spcBef>
              <a:spcPts val="750"/>
            </a:spcBef>
            <a:spcAft>
              <a:spcPct val="35000"/>
            </a:spcAft>
            <a:buFont typeface="Arial" panose="020B0604020202020204" pitchFamily="34" charset="0"/>
            <a:buNone/>
            <a:defRPr sz="1800"/>
          </a:pPr>
          <a:r>
            <a:rPr lang="en-US" sz="1400" kern="1200" dirty="0">
              <a:solidFill>
                <a:prstClr val="black">
                  <a:lumMod val="65000"/>
                  <a:lumOff val="35000"/>
                </a:prstClr>
              </a:solidFill>
              <a:latin typeface="Aptos" panose="02110004020202020204"/>
              <a:ea typeface="+mn-ea"/>
              <a:cs typeface="+mn-cs"/>
            </a:rPr>
            <a:t>Reduce boilerplate &amp; enforce patterns</a:t>
          </a:r>
        </a:p>
      </dgm:t>
    </dgm:pt>
    <dgm:pt modelId="{6F0595A9-94C5-4A24-8A14-F6E6B25AB9F2}" type="parTrans" cxnId="{C83D0598-27B9-4E47-9319-3E3A3F249ECB}">
      <dgm:prSet/>
      <dgm:spPr/>
      <dgm:t>
        <a:bodyPr/>
        <a:lstStyle/>
        <a:p>
          <a:endParaRPr lang="en-US"/>
        </a:p>
      </dgm:t>
    </dgm:pt>
    <dgm:pt modelId="{98CE7C75-E263-4420-BB06-3837B92D9BA8}" type="sibTrans" cxnId="{C83D0598-27B9-4E47-9319-3E3A3F249ECB}">
      <dgm:prSet/>
      <dgm:spPr/>
      <dgm:t>
        <a:bodyPr/>
        <a:lstStyle/>
        <a:p>
          <a:endParaRPr lang="en-US"/>
        </a:p>
      </dgm:t>
    </dgm:pt>
    <dgm:pt modelId="{8648B265-FEF9-4D63-8416-711C43F7BD43}">
      <dgm:prSet custT="1"/>
      <dgm:spPr/>
      <dgm:t>
        <a:bodyPr/>
        <a:lstStyle/>
        <a:p>
          <a:pPr marL="171450" lvl="0" indent="-171450" algn="ctr" defTabSz="685800" rtl="0" eaLnBrk="1" latinLnBrk="0" hangingPunct="1">
            <a:lnSpc>
              <a:spcPct val="90000"/>
            </a:lnSpc>
            <a:spcBef>
              <a:spcPts val="750"/>
            </a:spcBef>
            <a:spcAft>
              <a:spcPct val="35000"/>
            </a:spcAft>
            <a:buFont typeface="Arial" panose="020B0604020202020204" pitchFamily="34" charset="0"/>
            <a:buNone/>
            <a:defRPr sz="1800"/>
          </a:pPr>
          <a:r>
            <a:rPr lang="en-US" sz="1400" kern="1200" dirty="0">
              <a:solidFill>
                <a:prstClr val="black">
                  <a:lumMod val="65000"/>
                  <a:lumOff val="35000"/>
                </a:prstClr>
              </a:solidFill>
              <a:latin typeface="Aptos" panose="02110004020202020204"/>
              <a:ea typeface="+mn-ea"/>
              <a:cs typeface="+mn-cs"/>
            </a:rPr>
            <a:t>Popular frameworks: Django, Express, Spring Boot, Laravel, </a:t>
          </a:r>
          <a:r>
            <a:rPr lang="en-US" sz="1400" kern="1200" dirty="0" err="1">
              <a:solidFill>
                <a:prstClr val="black">
                  <a:lumMod val="65000"/>
                  <a:lumOff val="35000"/>
                </a:prstClr>
              </a:solidFill>
              <a:latin typeface="Aptos" panose="02110004020202020204"/>
              <a:ea typeface="+mn-ea"/>
              <a:cs typeface="+mn-cs"/>
            </a:rPr>
            <a:t>Next.js</a:t>
          </a:r>
          <a:endParaRPr lang="en-US" sz="1400" kern="1200" dirty="0">
            <a:solidFill>
              <a:prstClr val="black">
                <a:lumMod val="65000"/>
                <a:lumOff val="35000"/>
              </a:prstClr>
            </a:solidFill>
            <a:latin typeface="Aptos" panose="02110004020202020204"/>
            <a:ea typeface="+mn-ea"/>
            <a:cs typeface="+mn-cs"/>
          </a:endParaRPr>
        </a:p>
      </dgm:t>
    </dgm:pt>
    <dgm:pt modelId="{4EB03ACE-52B1-448A-A9C6-FCC9FF141DA5}" type="parTrans" cxnId="{2FD38715-BB2A-41F9-94D2-E2C84EAA9B32}">
      <dgm:prSet/>
      <dgm:spPr/>
      <dgm:t>
        <a:bodyPr/>
        <a:lstStyle/>
        <a:p>
          <a:endParaRPr lang="en-US"/>
        </a:p>
      </dgm:t>
    </dgm:pt>
    <dgm:pt modelId="{8DFB84D3-CCE3-491D-8E1C-1DC9CA1690B7}" type="sibTrans" cxnId="{2FD38715-BB2A-41F9-94D2-E2C84EAA9B32}">
      <dgm:prSet/>
      <dgm:spPr/>
      <dgm:t>
        <a:bodyPr/>
        <a:lstStyle/>
        <a:p>
          <a:endParaRPr lang="en-US"/>
        </a:p>
      </dgm:t>
    </dgm:pt>
    <dgm:pt modelId="{AF52BBA5-FC83-4422-9AA9-533EBA7F7374}" type="pres">
      <dgm:prSet presAssocID="{9339AEA2-F5F7-42B4-94EA-806B9A93640A}" presName="root" presStyleCnt="0">
        <dgm:presLayoutVars>
          <dgm:dir/>
          <dgm:resizeHandles val="exact"/>
        </dgm:presLayoutVars>
      </dgm:prSet>
      <dgm:spPr/>
    </dgm:pt>
    <dgm:pt modelId="{979CBD1C-70A0-4C8E-9341-8D629D690AEA}" type="pres">
      <dgm:prSet presAssocID="{C9B6E157-7D2F-4B6A-8FA2-EE92B642B81A}" presName="compNode" presStyleCnt="0"/>
      <dgm:spPr/>
    </dgm:pt>
    <dgm:pt modelId="{E61B87B4-FB83-45C0-BDB5-2E54A237199B}" type="pres">
      <dgm:prSet presAssocID="{C9B6E157-7D2F-4B6A-8FA2-EE92B642B81A}" presName="iconBgRect" presStyleLbl="bgShp" presStyleIdx="0" presStyleCnt="2"/>
      <dgm:spPr/>
    </dgm:pt>
    <dgm:pt modelId="{213E9C31-FD50-424F-B9CB-6484776BA573}" type="pres">
      <dgm:prSet presAssocID="{C9B6E157-7D2F-4B6A-8FA2-EE92B642B81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ycle Sign"/>
        </a:ext>
      </dgm:extLst>
    </dgm:pt>
    <dgm:pt modelId="{90DCBC51-A863-4038-8207-325D692D4BC1}" type="pres">
      <dgm:prSet presAssocID="{C9B6E157-7D2F-4B6A-8FA2-EE92B642B81A}" presName="spaceRect" presStyleCnt="0"/>
      <dgm:spPr/>
    </dgm:pt>
    <dgm:pt modelId="{526BB887-2F05-4739-A07D-63E60CF7E994}" type="pres">
      <dgm:prSet presAssocID="{C9B6E157-7D2F-4B6A-8FA2-EE92B642B81A}" presName="textRect" presStyleLbl="revTx" presStyleIdx="0" presStyleCnt="2">
        <dgm:presLayoutVars>
          <dgm:chMax val="1"/>
          <dgm:chPref val="1"/>
        </dgm:presLayoutVars>
      </dgm:prSet>
      <dgm:spPr/>
    </dgm:pt>
    <dgm:pt modelId="{4A9CDFDE-BE9C-45FA-93B4-083039164A5B}" type="pres">
      <dgm:prSet presAssocID="{98CE7C75-E263-4420-BB06-3837B92D9BA8}" presName="sibTrans" presStyleCnt="0"/>
      <dgm:spPr/>
    </dgm:pt>
    <dgm:pt modelId="{7C011ADD-5087-4279-8D17-1D7A58217BFD}" type="pres">
      <dgm:prSet presAssocID="{8648B265-FEF9-4D63-8416-711C43F7BD43}" presName="compNode" presStyleCnt="0"/>
      <dgm:spPr/>
    </dgm:pt>
    <dgm:pt modelId="{F8B1A526-1B20-4913-BC0B-FB869B278D00}" type="pres">
      <dgm:prSet presAssocID="{8648B265-FEF9-4D63-8416-711C43F7BD43}" presName="iconBgRect" presStyleLbl="bgShp" presStyleIdx="1" presStyleCnt="2"/>
      <dgm:spPr/>
    </dgm:pt>
    <dgm:pt modelId="{A8FD15B2-FA65-448C-90AC-668AB81DC1BF}" type="pres">
      <dgm:prSet presAssocID="{8648B265-FEF9-4D63-8416-711C43F7BD4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J"/>
        </a:ext>
      </dgm:extLst>
    </dgm:pt>
    <dgm:pt modelId="{A648F82F-5485-4787-89E2-7BB0D8AB15F3}" type="pres">
      <dgm:prSet presAssocID="{8648B265-FEF9-4D63-8416-711C43F7BD43}" presName="spaceRect" presStyleCnt="0"/>
      <dgm:spPr/>
    </dgm:pt>
    <dgm:pt modelId="{4B9D1973-60B5-4281-878C-62B0233BAA07}" type="pres">
      <dgm:prSet presAssocID="{8648B265-FEF9-4D63-8416-711C43F7BD43}" presName="textRect" presStyleLbl="revTx" presStyleIdx="1" presStyleCnt="2" custScaleX="121921">
        <dgm:presLayoutVars>
          <dgm:chMax val="1"/>
          <dgm:chPref val="1"/>
        </dgm:presLayoutVars>
      </dgm:prSet>
      <dgm:spPr/>
    </dgm:pt>
  </dgm:ptLst>
  <dgm:cxnLst>
    <dgm:cxn modelId="{00B94602-64A0-4BC4-9645-CC5D0D8DE025}" type="presOf" srcId="{8648B265-FEF9-4D63-8416-711C43F7BD43}" destId="{4B9D1973-60B5-4281-878C-62B0233BAA07}" srcOrd="0" destOrd="0" presId="urn:microsoft.com/office/officeart/2018/5/layout/IconCircleLabelList"/>
    <dgm:cxn modelId="{2FD38715-BB2A-41F9-94D2-E2C84EAA9B32}" srcId="{9339AEA2-F5F7-42B4-94EA-806B9A93640A}" destId="{8648B265-FEF9-4D63-8416-711C43F7BD43}" srcOrd="1" destOrd="0" parTransId="{4EB03ACE-52B1-448A-A9C6-FCC9FF141DA5}" sibTransId="{8DFB84D3-CCE3-491D-8E1C-1DC9CA1690B7}"/>
    <dgm:cxn modelId="{4509B127-0FC3-46F4-A1F6-F6DEF3EF0E2B}" type="presOf" srcId="{9339AEA2-F5F7-42B4-94EA-806B9A93640A}" destId="{AF52BBA5-FC83-4422-9AA9-533EBA7F7374}" srcOrd="0" destOrd="0" presId="urn:microsoft.com/office/officeart/2018/5/layout/IconCircleLabelList"/>
    <dgm:cxn modelId="{21B29189-29F7-4B73-9CBB-C868305B7879}" type="presOf" srcId="{C9B6E157-7D2F-4B6A-8FA2-EE92B642B81A}" destId="{526BB887-2F05-4739-A07D-63E60CF7E994}" srcOrd="0" destOrd="0" presId="urn:microsoft.com/office/officeart/2018/5/layout/IconCircleLabelList"/>
    <dgm:cxn modelId="{C83D0598-27B9-4E47-9319-3E3A3F249ECB}" srcId="{9339AEA2-F5F7-42B4-94EA-806B9A93640A}" destId="{C9B6E157-7D2F-4B6A-8FA2-EE92B642B81A}" srcOrd="0" destOrd="0" parTransId="{6F0595A9-94C5-4A24-8A14-F6E6B25AB9F2}" sibTransId="{98CE7C75-E263-4420-BB06-3837B92D9BA8}"/>
    <dgm:cxn modelId="{EEDCCEE6-2727-4C8A-A242-E655046484C0}" type="presParOf" srcId="{AF52BBA5-FC83-4422-9AA9-533EBA7F7374}" destId="{979CBD1C-70A0-4C8E-9341-8D629D690AEA}" srcOrd="0" destOrd="0" presId="urn:microsoft.com/office/officeart/2018/5/layout/IconCircleLabelList"/>
    <dgm:cxn modelId="{E6F85DEC-7FF4-4D49-AC39-B0B667D152B0}" type="presParOf" srcId="{979CBD1C-70A0-4C8E-9341-8D629D690AEA}" destId="{E61B87B4-FB83-45C0-BDB5-2E54A237199B}" srcOrd="0" destOrd="0" presId="urn:microsoft.com/office/officeart/2018/5/layout/IconCircleLabelList"/>
    <dgm:cxn modelId="{EE202382-0D82-4D6D-8516-1D4E12278CC0}" type="presParOf" srcId="{979CBD1C-70A0-4C8E-9341-8D629D690AEA}" destId="{213E9C31-FD50-424F-B9CB-6484776BA573}" srcOrd="1" destOrd="0" presId="urn:microsoft.com/office/officeart/2018/5/layout/IconCircleLabelList"/>
    <dgm:cxn modelId="{9EC90EDD-7275-48DA-A2E7-DFC404AF9BFF}" type="presParOf" srcId="{979CBD1C-70A0-4C8E-9341-8D629D690AEA}" destId="{90DCBC51-A863-4038-8207-325D692D4BC1}" srcOrd="2" destOrd="0" presId="urn:microsoft.com/office/officeart/2018/5/layout/IconCircleLabelList"/>
    <dgm:cxn modelId="{28D2F4DF-85F0-4E12-A193-F8C2E09B3051}" type="presParOf" srcId="{979CBD1C-70A0-4C8E-9341-8D629D690AEA}" destId="{526BB887-2F05-4739-A07D-63E60CF7E994}" srcOrd="3" destOrd="0" presId="urn:microsoft.com/office/officeart/2018/5/layout/IconCircleLabelList"/>
    <dgm:cxn modelId="{E4C1E766-CC69-4603-8F34-10B5B3E653C5}" type="presParOf" srcId="{AF52BBA5-FC83-4422-9AA9-533EBA7F7374}" destId="{4A9CDFDE-BE9C-45FA-93B4-083039164A5B}" srcOrd="1" destOrd="0" presId="urn:microsoft.com/office/officeart/2018/5/layout/IconCircleLabelList"/>
    <dgm:cxn modelId="{6340C803-139B-40C3-9E3A-CE81F71E97F9}" type="presParOf" srcId="{AF52BBA5-FC83-4422-9AA9-533EBA7F7374}" destId="{7C011ADD-5087-4279-8D17-1D7A58217BFD}" srcOrd="2" destOrd="0" presId="urn:microsoft.com/office/officeart/2018/5/layout/IconCircleLabelList"/>
    <dgm:cxn modelId="{8AB705E6-746B-4E94-9E24-16FD4D83916F}" type="presParOf" srcId="{7C011ADD-5087-4279-8D17-1D7A58217BFD}" destId="{F8B1A526-1B20-4913-BC0B-FB869B278D00}" srcOrd="0" destOrd="0" presId="urn:microsoft.com/office/officeart/2018/5/layout/IconCircleLabelList"/>
    <dgm:cxn modelId="{F1717A44-753F-4CA2-820A-91BA145A42F0}" type="presParOf" srcId="{7C011ADD-5087-4279-8D17-1D7A58217BFD}" destId="{A8FD15B2-FA65-448C-90AC-668AB81DC1BF}" srcOrd="1" destOrd="0" presId="urn:microsoft.com/office/officeart/2018/5/layout/IconCircleLabelList"/>
    <dgm:cxn modelId="{5D3E4F49-0DF7-4D1E-9ADA-C279BB222541}" type="presParOf" srcId="{7C011ADD-5087-4279-8D17-1D7A58217BFD}" destId="{A648F82F-5485-4787-89E2-7BB0D8AB15F3}" srcOrd="2" destOrd="0" presId="urn:microsoft.com/office/officeart/2018/5/layout/IconCircleLabelList"/>
    <dgm:cxn modelId="{9EAF4B76-3F3B-42B1-920B-C370B86099FA}" type="presParOf" srcId="{7C011ADD-5087-4279-8D17-1D7A58217BFD}" destId="{4B9D1973-60B5-4281-878C-62B0233BAA0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CA4ECFE-3234-437A-93C6-1637074D4C2A}" type="doc">
      <dgm:prSet loTypeId="urn:microsoft.com/office/officeart/2018/2/layout/IconLabelList" loCatId="icon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00D048A-E02E-4175-8C87-C0CEAEF673F2}">
      <dgm:prSet custT="1"/>
      <dgm:spPr/>
      <dgm:t>
        <a:bodyPr/>
        <a:lstStyle/>
        <a:p>
          <a:pPr marL="171450" lvl="0" indent="-171450" algn="ctr" defTabSz="685800" rtl="0" eaLnBrk="1" latinLnBrk="0" hangingPunct="1">
            <a:lnSpc>
              <a:spcPct val="90000"/>
            </a:lnSpc>
            <a:spcBef>
              <a:spcPts val="750"/>
            </a:spcBef>
            <a:spcAft>
              <a:spcPct val="35000"/>
            </a:spcAft>
            <a:buFont typeface="Arial" panose="020B0604020202020204" pitchFamily="34" charset="0"/>
            <a:buNone/>
            <a:defRPr sz="1800"/>
          </a:pPr>
          <a:r>
            <a:rPr lang="en-US" sz="1400" kern="1200" dirty="0">
              <a:solidFill>
                <a:prstClr val="black">
                  <a:lumMod val="65000"/>
                  <a:lumOff val="35000"/>
                </a:prstClr>
              </a:solidFill>
              <a:latin typeface="Aptos" panose="02110004020202020204"/>
              <a:ea typeface="+mn-ea"/>
              <a:cs typeface="+mn-cs"/>
            </a:rPr>
            <a:t>Works across frontend &amp; backend</a:t>
          </a:r>
        </a:p>
      </dgm:t>
    </dgm:pt>
    <dgm:pt modelId="{9436F527-DE24-4980-919B-B32C48CE1480}" type="parTrans" cxnId="{E03F49BE-27AE-42DB-AF23-CBF982BD17A8}">
      <dgm:prSet/>
      <dgm:spPr/>
      <dgm:t>
        <a:bodyPr/>
        <a:lstStyle/>
        <a:p>
          <a:endParaRPr lang="en-US"/>
        </a:p>
      </dgm:t>
    </dgm:pt>
    <dgm:pt modelId="{D5B154A7-470F-4FE4-8641-A8CF554A718D}" type="sibTrans" cxnId="{E03F49BE-27AE-42DB-AF23-CBF982BD17A8}">
      <dgm:prSet/>
      <dgm:spPr/>
      <dgm:t>
        <a:bodyPr/>
        <a:lstStyle/>
        <a:p>
          <a:endParaRPr lang="en-US"/>
        </a:p>
      </dgm:t>
    </dgm:pt>
    <dgm:pt modelId="{72F5AF62-6999-46B8-AC40-B29A368D9A7A}">
      <dgm:prSet custT="1"/>
      <dgm:spPr/>
      <dgm:t>
        <a:bodyPr/>
        <a:lstStyle/>
        <a:p>
          <a:pPr marL="171450" lvl="0" indent="-171450" algn="ctr" defTabSz="685800" rtl="0" eaLnBrk="1" latinLnBrk="0" hangingPunct="1">
            <a:lnSpc>
              <a:spcPct val="90000"/>
            </a:lnSpc>
            <a:spcBef>
              <a:spcPts val="750"/>
            </a:spcBef>
            <a:spcAft>
              <a:spcPct val="35000"/>
            </a:spcAft>
            <a:buFont typeface="Arial" panose="020B0604020202020204" pitchFamily="34" charset="0"/>
            <a:buNone/>
            <a:defRPr sz="1800"/>
          </a:pPr>
          <a:r>
            <a:rPr lang="en-US" sz="1400" kern="1200" dirty="0">
              <a:solidFill>
                <a:prstClr val="black">
                  <a:lumMod val="65000"/>
                  <a:lumOff val="35000"/>
                </a:prstClr>
              </a:solidFill>
              <a:latin typeface="Aptos" panose="02110004020202020204"/>
              <a:ea typeface="+mn-ea"/>
              <a:cs typeface="+mn-cs"/>
            </a:rPr>
            <a:t>Startups value full-stack for flexibility</a:t>
          </a:r>
        </a:p>
      </dgm:t>
    </dgm:pt>
    <dgm:pt modelId="{FB2AABA1-5D6B-4EED-9716-283F20121C1D}" type="parTrans" cxnId="{5D06DF90-B9B9-4F51-A27D-7320FA494477}">
      <dgm:prSet/>
      <dgm:spPr/>
      <dgm:t>
        <a:bodyPr/>
        <a:lstStyle/>
        <a:p>
          <a:endParaRPr lang="en-US"/>
        </a:p>
      </dgm:t>
    </dgm:pt>
    <dgm:pt modelId="{0DD3CB1E-8F0F-4F4F-B19C-7049CD1FF30C}" type="sibTrans" cxnId="{5D06DF90-B9B9-4F51-A27D-7320FA494477}">
      <dgm:prSet/>
      <dgm:spPr/>
      <dgm:t>
        <a:bodyPr/>
        <a:lstStyle/>
        <a:p>
          <a:endParaRPr lang="en-US"/>
        </a:p>
      </dgm:t>
    </dgm:pt>
    <dgm:pt modelId="{C09FA3BD-0F17-403A-88AA-C1B2851D0615}">
      <dgm:prSet custT="1"/>
      <dgm:spPr/>
      <dgm:t>
        <a:bodyPr/>
        <a:lstStyle/>
        <a:p>
          <a:pPr marL="171450" lvl="0" indent="-171450" algn="ctr" defTabSz="685800" rtl="0" eaLnBrk="1" latinLnBrk="0" hangingPunct="1">
            <a:lnSpc>
              <a:spcPct val="90000"/>
            </a:lnSpc>
            <a:spcBef>
              <a:spcPts val="750"/>
            </a:spcBef>
            <a:spcAft>
              <a:spcPct val="35000"/>
            </a:spcAft>
            <a:buFont typeface="Arial" panose="020B0604020202020204" pitchFamily="34" charset="0"/>
            <a:buNone/>
            <a:defRPr sz="1800"/>
          </a:pPr>
          <a:r>
            <a:rPr lang="en-US" sz="1400" kern="1200" dirty="0">
              <a:solidFill>
                <a:prstClr val="black">
                  <a:lumMod val="65000"/>
                  <a:lumOff val="35000"/>
                </a:prstClr>
              </a:solidFill>
              <a:latin typeface="Aptos" panose="02110004020202020204"/>
              <a:ea typeface="+mn-ea"/>
              <a:cs typeface="+mn-cs"/>
            </a:rPr>
            <a:t>Large product teams often prefer specialized roles</a:t>
          </a:r>
        </a:p>
      </dgm:t>
    </dgm:pt>
    <dgm:pt modelId="{97DCA20A-74DB-4C2E-8C28-9CDF2B1BD737}" type="parTrans" cxnId="{FA8729CB-C39F-413E-B2A7-30BBA2D533C4}">
      <dgm:prSet/>
      <dgm:spPr/>
      <dgm:t>
        <a:bodyPr/>
        <a:lstStyle/>
        <a:p>
          <a:endParaRPr lang="en-US"/>
        </a:p>
      </dgm:t>
    </dgm:pt>
    <dgm:pt modelId="{B5D88F4A-4606-4651-AF38-6235EFE2287F}" type="sibTrans" cxnId="{FA8729CB-C39F-413E-B2A7-30BBA2D533C4}">
      <dgm:prSet/>
      <dgm:spPr/>
      <dgm:t>
        <a:bodyPr/>
        <a:lstStyle/>
        <a:p>
          <a:endParaRPr lang="en-US"/>
        </a:p>
      </dgm:t>
    </dgm:pt>
    <dgm:pt modelId="{53D545DF-255C-469A-8AA7-437BF209757F}" type="pres">
      <dgm:prSet presAssocID="{ECA4ECFE-3234-437A-93C6-1637074D4C2A}" presName="root" presStyleCnt="0">
        <dgm:presLayoutVars>
          <dgm:dir/>
          <dgm:resizeHandles val="exact"/>
        </dgm:presLayoutVars>
      </dgm:prSet>
      <dgm:spPr/>
    </dgm:pt>
    <dgm:pt modelId="{7E3FC6EA-5020-4DAD-82DF-A112B39A339A}" type="pres">
      <dgm:prSet presAssocID="{800D048A-E02E-4175-8C87-C0CEAEF673F2}" presName="compNode" presStyleCnt="0"/>
      <dgm:spPr/>
    </dgm:pt>
    <dgm:pt modelId="{923952F1-0637-4D39-80ED-F6D97D09F564}" type="pres">
      <dgm:prSet presAssocID="{800D048A-E02E-4175-8C87-C0CEAEF673F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CEEB189-DF6F-46BC-9439-0B0245D0AFA9}" type="pres">
      <dgm:prSet presAssocID="{800D048A-E02E-4175-8C87-C0CEAEF673F2}" presName="spaceRect" presStyleCnt="0"/>
      <dgm:spPr/>
    </dgm:pt>
    <dgm:pt modelId="{1AFB04DF-A80E-49D8-A4C5-D7A92D376C80}" type="pres">
      <dgm:prSet presAssocID="{800D048A-E02E-4175-8C87-C0CEAEF673F2}" presName="textRect" presStyleLbl="revTx" presStyleIdx="0" presStyleCnt="3">
        <dgm:presLayoutVars>
          <dgm:chMax val="1"/>
          <dgm:chPref val="1"/>
        </dgm:presLayoutVars>
      </dgm:prSet>
      <dgm:spPr/>
    </dgm:pt>
    <dgm:pt modelId="{4F08C696-C919-4E1A-9312-AE9FD947C1F5}" type="pres">
      <dgm:prSet presAssocID="{D5B154A7-470F-4FE4-8641-A8CF554A718D}" presName="sibTrans" presStyleCnt="0"/>
      <dgm:spPr/>
    </dgm:pt>
    <dgm:pt modelId="{31504E17-D883-4A78-88F2-2D6ECBC40730}" type="pres">
      <dgm:prSet presAssocID="{72F5AF62-6999-46B8-AC40-B29A368D9A7A}" presName="compNode" presStyleCnt="0"/>
      <dgm:spPr/>
    </dgm:pt>
    <dgm:pt modelId="{64ED623A-94B9-481B-B6B7-7F61BBCBA41D}" type="pres">
      <dgm:prSet presAssocID="{72F5AF62-6999-46B8-AC40-B29A368D9A7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old bars"/>
        </a:ext>
      </dgm:extLst>
    </dgm:pt>
    <dgm:pt modelId="{3B994F6C-D010-4169-81EC-1812BC10CF8A}" type="pres">
      <dgm:prSet presAssocID="{72F5AF62-6999-46B8-AC40-B29A368D9A7A}" presName="spaceRect" presStyleCnt="0"/>
      <dgm:spPr/>
    </dgm:pt>
    <dgm:pt modelId="{D92449A9-3E04-4FF2-81C8-BAEC67DBAEC6}" type="pres">
      <dgm:prSet presAssocID="{72F5AF62-6999-46B8-AC40-B29A368D9A7A}" presName="textRect" presStyleLbl="revTx" presStyleIdx="1" presStyleCnt="3">
        <dgm:presLayoutVars>
          <dgm:chMax val="1"/>
          <dgm:chPref val="1"/>
        </dgm:presLayoutVars>
      </dgm:prSet>
      <dgm:spPr/>
    </dgm:pt>
    <dgm:pt modelId="{5B63945D-81E9-476A-A12F-F17FBD6F1147}" type="pres">
      <dgm:prSet presAssocID="{0DD3CB1E-8F0F-4F4F-B19C-7049CD1FF30C}" presName="sibTrans" presStyleCnt="0"/>
      <dgm:spPr/>
    </dgm:pt>
    <dgm:pt modelId="{B061CF88-6580-4EEA-A9C0-4B94F476B592}" type="pres">
      <dgm:prSet presAssocID="{C09FA3BD-0F17-403A-88AA-C1B2851D0615}" presName="compNode" presStyleCnt="0"/>
      <dgm:spPr/>
    </dgm:pt>
    <dgm:pt modelId="{74F6FC01-4928-471C-91CC-14AB657C1049}" type="pres">
      <dgm:prSet presAssocID="{C09FA3BD-0F17-403A-88AA-C1B2851D061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8834C440-5D12-409F-9C74-D8A475B5451A}" type="pres">
      <dgm:prSet presAssocID="{C09FA3BD-0F17-403A-88AA-C1B2851D0615}" presName="spaceRect" presStyleCnt="0"/>
      <dgm:spPr/>
    </dgm:pt>
    <dgm:pt modelId="{AC10A603-4511-4D37-AB3B-62BE09162EE8}" type="pres">
      <dgm:prSet presAssocID="{C09FA3BD-0F17-403A-88AA-C1B2851D061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2F2B20C-2217-48EB-93AC-75AB912A11CA}" type="presOf" srcId="{72F5AF62-6999-46B8-AC40-B29A368D9A7A}" destId="{D92449A9-3E04-4FF2-81C8-BAEC67DBAEC6}" srcOrd="0" destOrd="0" presId="urn:microsoft.com/office/officeart/2018/2/layout/IconLabelList"/>
    <dgm:cxn modelId="{5D06DF90-B9B9-4F51-A27D-7320FA494477}" srcId="{ECA4ECFE-3234-437A-93C6-1637074D4C2A}" destId="{72F5AF62-6999-46B8-AC40-B29A368D9A7A}" srcOrd="1" destOrd="0" parTransId="{FB2AABA1-5D6B-4EED-9716-283F20121C1D}" sibTransId="{0DD3CB1E-8F0F-4F4F-B19C-7049CD1FF30C}"/>
    <dgm:cxn modelId="{A2202D92-464F-4E6A-969B-1B03C8CBFB9E}" type="presOf" srcId="{ECA4ECFE-3234-437A-93C6-1637074D4C2A}" destId="{53D545DF-255C-469A-8AA7-437BF209757F}" srcOrd="0" destOrd="0" presId="urn:microsoft.com/office/officeart/2018/2/layout/IconLabelList"/>
    <dgm:cxn modelId="{96B1C3AB-3A3B-48C4-AD25-7EB9F499FC2C}" type="presOf" srcId="{C09FA3BD-0F17-403A-88AA-C1B2851D0615}" destId="{AC10A603-4511-4D37-AB3B-62BE09162EE8}" srcOrd="0" destOrd="0" presId="urn:microsoft.com/office/officeart/2018/2/layout/IconLabelList"/>
    <dgm:cxn modelId="{E03F49BE-27AE-42DB-AF23-CBF982BD17A8}" srcId="{ECA4ECFE-3234-437A-93C6-1637074D4C2A}" destId="{800D048A-E02E-4175-8C87-C0CEAEF673F2}" srcOrd="0" destOrd="0" parTransId="{9436F527-DE24-4980-919B-B32C48CE1480}" sibTransId="{D5B154A7-470F-4FE4-8641-A8CF554A718D}"/>
    <dgm:cxn modelId="{FA8729CB-C39F-413E-B2A7-30BBA2D533C4}" srcId="{ECA4ECFE-3234-437A-93C6-1637074D4C2A}" destId="{C09FA3BD-0F17-403A-88AA-C1B2851D0615}" srcOrd="2" destOrd="0" parTransId="{97DCA20A-74DB-4C2E-8C28-9CDF2B1BD737}" sibTransId="{B5D88F4A-4606-4651-AF38-6235EFE2287F}"/>
    <dgm:cxn modelId="{6AE5F5E5-3D8F-4B18-A75A-867260C20DFD}" type="presOf" srcId="{800D048A-E02E-4175-8C87-C0CEAEF673F2}" destId="{1AFB04DF-A80E-49D8-A4C5-D7A92D376C80}" srcOrd="0" destOrd="0" presId="urn:microsoft.com/office/officeart/2018/2/layout/IconLabelList"/>
    <dgm:cxn modelId="{749FB8AA-C4D9-4A65-8F60-A91A779DC7F9}" type="presParOf" srcId="{53D545DF-255C-469A-8AA7-437BF209757F}" destId="{7E3FC6EA-5020-4DAD-82DF-A112B39A339A}" srcOrd="0" destOrd="0" presId="urn:microsoft.com/office/officeart/2018/2/layout/IconLabelList"/>
    <dgm:cxn modelId="{FE7998C5-E739-4401-AD5F-5575856955B8}" type="presParOf" srcId="{7E3FC6EA-5020-4DAD-82DF-A112B39A339A}" destId="{923952F1-0637-4D39-80ED-F6D97D09F564}" srcOrd="0" destOrd="0" presId="urn:microsoft.com/office/officeart/2018/2/layout/IconLabelList"/>
    <dgm:cxn modelId="{FFC19DC1-F9B1-4A7C-8A52-0A076BFE5008}" type="presParOf" srcId="{7E3FC6EA-5020-4DAD-82DF-A112B39A339A}" destId="{8CEEB189-DF6F-46BC-9439-0B0245D0AFA9}" srcOrd="1" destOrd="0" presId="urn:microsoft.com/office/officeart/2018/2/layout/IconLabelList"/>
    <dgm:cxn modelId="{834B48E2-5445-4032-A113-A8B6946A6751}" type="presParOf" srcId="{7E3FC6EA-5020-4DAD-82DF-A112B39A339A}" destId="{1AFB04DF-A80E-49D8-A4C5-D7A92D376C80}" srcOrd="2" destOrd="0" presId="urn:microsoft.com/office/officeart/2018/2/layout/IconLabelList"/>
    <dgm:cxn modelId="{7303DC4D-0D76-4154-898B-B9C26FB60B11}" type="presParOf" srcId="{53D545DF-255C-469A-8AA7-437BF209757F}" destId="{4F08C696-C919-4E1A-9312-AE9FD947C1F5}" srcOrd="1" destOrd="0" presId="urn:microsoft.com/office/officeart/2018/2/layout/IconLabelList"/>
    <dgm:cxn modelId="{B78AEC7C-B43D-44F9-92D5-ADE9A03F922F}" type="presParOf" srcId="{53D545DF-255C-469A-8AA7-437BF209757F}" destId="{31504E17-D883-4A78-88F2-2D6ECBC40730}" srcOrd="2" destOrd="0" presId="urn:microsoft.com/office/officeart/2018/2/layout/IconLabelList"/>
    <dgm:cxn modelId="{6D2BDD79-B639-45F1-82C9-CA0AB9FA6A75}" type="presParOf" srcId="{31504E17-D883-4A78-88F2-2D6ECBC40730}" destId="{64ED623A-94B9-481B-B6B7-7F61BBCBA41D}" srcOrd="0" destOrd="0" presId="urn:microsoft.com/office/officeart/2018/2/layout/IconLabelList"/>
    <dgm:cxn modelId="{37AFE4E4-75DE-489D-B214-0FFC8D4C5113}" type="presParOf" srcId="{31504E17-D883-4A78-88F2-2D6ECBC40730}" destId="{3B994F6C-D010-4169-81EC-1812BC10CF8A}" srcOrd="1" destOrd="0" presId="urn:microsoft.com/office/officeart/2018/2/layout/IconLabelList"/>
    <dgm:cxn modelId="{FC284752-C3D3-4445-9282-A960A556B606}" type="presParOf" srcId="{31504E17-D883-4A78-88F2-2D6ECBC40730}" destId="{D92449A9-3E04-4FF2-81C8-BAEC67DBAEC6}" srcOrd="2" destOrd="0" presId="urn:microsoft.com/office/officeart/2018/2/layout/IconLabelList"/>
    <dgm:cxn modelId="{2B66E00E-D99C-442C-9EDA-C8F4A3D21DCC}" type="presParOf" srcId="{53D545DF-255C-469A-8AA7-437BF209757F}" destId="{5B63945D-81E9-476A-A12F-F17FBD6F1147}" srcOrd="3" destOrd="0" presId="urn:microsoft.com/office/officeart/2018/2/layout/IconLabelList"/>
    <dgm:cxn modelId="{ADAD7DC8-BD6C-4305-9DBE-F5FB3C20C375}" type="presParOf" srcId="{53D545DF-255C-469A-8AA7-437BF209757F}" destId="{B061CF88-6580-4EEA-A9C0-4B94F476B592}" srcOrd="4" destOrd="0" presId="urn:microsoft.com/office/officeart/2018/2/layout/IconLabelList"/>
    <dgm:cxn modelId="{C9C5131D-17AF-495A-853B-15C0953F81E8}" type="presParOf" srcId="{B061CF88-6580-4EEA-A9C0-4B94F476B592}" destId="{74F6FC01-4928-471C-91CC-14AB657C1049}" srcOrd="0" destOrd="0" presId="urn:microsoft.com/office/officeart/2018/2/layout/IconLabelList"/>
    <dgm:cxn modelId="{1792AB60-23C3-4707-B588-90F59B6D28D4}" type="presParOf" srcId="{B061CF88-6580-4EEA-A9C0-4B94F476B592}" destId="{8834C440-5D12-409F-9C74-D8A475B5451A}" srcOrd="1" destOrd="0" presId="urn:microsoft.com/office/officeart/2018/2/layout/IconLabelList"/>
    <dgm:cxn modelId="{5FDAF846-6EF2-47FC-B50C-35C65CC77D17}" type="presParOf" srcId="{B061CF88-6580-4EEA-A9C0-4B94F476B592}" destId="{AC10A603-4511-4D37-AB3B-62BE09162EE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8999C0F-43E4-4D97-9BBC-1CFBD7E292D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37A0E71-1A04-4A60-96FC-C650C894B8E6}">
      <dgm:prSet custT="1"/>
      <dgm:spPr/>
      <dgm:t>
        <a:bodyPr/>
        <a:lstStyle/>
        <a:p>
          <a:pPr marL="171450" lvl="0" indent="-171450" algn="ctr" defTabSz="685800" rtl="0" eaLnBrk="1" latinLnBrk="0" hangingPunct="1">
            <a:lnSpc>
              <a:spcPct val="90000"/>
            </a:lnSpc>
            <a:spcBef>
              <a:spcPts val="750"/>
            </a:spcBef>
            <a:spcAft>
              <a:spcPct val="35000"/>
            </a:spcAft>
            <a:buFont typeface="Arial" panose="020B0604020202020204" pitchFamily="34" charset="0"/>
            <a:buNone/>
            <a:defRPr sz="1800"/>
          </a:pPr>
          <a:r>
            <a:rPr lang="en-US" sz="1400" kern="1200">
              <a:solidFill>
                <a:prstClr val="black">
                  <a:lumMod val="65000"/>
                  <a:lumOff val="35000"/>
                </a:prstClr>
              </a:solidFill>
              <a:latin typeface="Aptos" panose="02110004020202020204"/>
              <a:ea typeface="+mn-ea"/>
              <a:cs typeface="+mn-cs"/>
            </a:rPr>
            <a:t>MVP-first: validate quickly</a:t>
          </a:r>
          <a:endParaRPr lang="en-US" sz="1400" kern="1200" dirty="0">
            <a:solidFill>
              <a:prstClr val="black">
                <a:lumMod val="65000"/>
                <a:lumOff val="35000"/>
              </a:prstClr>
            </a:solidFill>
            <a:latin typeface="Aptos" panose="02110004020202020204"/>
            <a:ea typeface="+mn-ea"/>
            <a:cs typeface="+mn-cs"/>
          </a:endParaRPr>
        </a:p>
      </dgm:t>
    </dgm:pt>
    <dgm:pt modelId="{D42D471D-2E2A-4AD0-AD79-C676126D62F6}" type="parTrans" cxnId="{A0812746-76F3-46E7-8308-10B9BB770C1E}">
      <dgm:prSet/>
      <dgm:spPr/>
      <dgm:t>
        <a:bodyPr/>
        <a:lstStyle/>
        <a:p>
          <a:endParaRPr lang="en-US"/>
        </a:p>
      </dgm:t>
    </dgm:pt>
    <dgm:pt modelId="{11513C13-2942-436C-A9C3-1C9907452F63}" type="sibTrans" cxnId="{A0812746-76F3-46E7-8308-10B9BB770C1E}">
      <dgm:prSet/>
      <dgm:spPr/>
      <dgm:t>
        <a:bodyPr/>
        <a:lstStyle/>
        <a:p>
          <a:endParaRPr lang="en-US"/>
        </a:p>
      </dgm:t>
    </dgm:pt>
    <dgm:pt modelId="{FEF1A6D0-C6CA-4422-B1CE-1AC7D184B9C7}">
      <dgm:prSet custT="1"/>
      <dgm:spPr/>
      <dgm:t>
        <a:bodyPr/>
        <a:lstStyle/>
        <a:p>
          <a:pPr marL="171450" lvl="0" indent="-171450" algn="ctr" defTabSz="685800" rtl="0" eaLnBrk="1" latinLnBrk="0" hangingPunct="1">
            <a:lnSpc>
              <a:spcPct val="90000"/>
            </a:lnSpc>
            <a:spcBef>
              <a:spcPts val="750"/>
            </a:spcBef>
            <a:spcAft>
              <a:spcPct val="35000"/>
            </a:spcAft>
            <a:buFont typeface="Arial" panose="020B0604020202020204" pitchFamily="34" charset="0"/>
            <a:buNone/>
            <a:defRPr sz="1800"/>
          </a:pPr>
          <a:r>
            <a:rPr lang="en-US" sz="1400" kern="1200" dirty="0">
              <a:solidFill>
                <a:prstClr val="black">
                  <a:lumMod val="65000"/>
                  <a:lumOff val="35000"/>
                </a:prstClr>
              </a:solidFill>
              <a:latin typeface="Aptos" panose="02110004020202020204"/>
              <a:ea typeface="+mn-ea"/>
              <a:cs typeface="+mn-cs"/>
            </a:rPr>
            <a:t>Future-proofing: build for scale (risk: overengineering)</a:t>
          </a:r>
        </a:p>
      </dgm:t>
    </dgm:pt>
    <dgm:pt modelId="{4E30370F-79AC-4919-BEE1-6D59A2D58844}" type="parTrans" cxnId="{F42C177B-28D9-48F4-9B97-D6975B12D10F}">
      <dgm:prSet/>
      <dgm:spPr/>
      <dgm:t>
        <a:bodyPr/>
        <a:lstStyle/>
        <a:p>
          <a:endParaRPr lang="en-US"/>
        </a:p>
      </dgm:t>
    </dgm:pt>
    <dgm:pt modelId="{59AD6925-FC23-4A35-A844-B29DA9D911BF}" type="sibTrans" cxnId="{F42C177B-28D9-48F4-9B97-D6975B12D10F}">
      <dgm:prSet/>
      <dgm:spPr/>
      <dgm:t>
        <a:bodyPr/>
        <a:lstStyle/>
        <a:p>
          <a:endParaRPr lang="en-US"/>
        </a:p>
      </dgm:t>
    </dgm:pt>
    <dgm:pt modelId="{34F9FDD7-86E3-4259-862B-E50AE5863684}">
      <dgm:prSet custT="1"/>
      <dgm:spPr/>
      <dgm:t>
        <a:bodyPr/>
        <a:lstStyle/>
        <a:p>
          <a:pPr marL="171450" lvl="0" indent="-171450" algn="ctr" defTabSz="685800" rtl="0" eaLnBrk="1" latinLnBrk="0" hangingPunct="1">
            <a:lnSpc>
              <a:spcPct val="90000"/>
            </a:lnSpc>
            <a:spcBef>
              <a:spcPts val="750"/>
            </a:spcBef>
            <a:spcAft>
              <a:spcPct val="35000"/>
            </a:spcAft>
            <a:buFont typeface="Arial" panose="020B0604020202020204" pitchFamily="34" charset="0"/>
            <a:buNone/>
            <a:defRPr sz="1800"/>
          </a:pPr>
          <a:r>
            <a:rPr lang="en-US" sz="1400" kern="1200">
              <a:solidFill>
                <a:prstClr val="black">
                  <a:lumMod val="65000"/>
                  <a:lumOff val="35000"/>
                </a:prstClr>
              </a:solidFill>
              <a:latin typeface="Aptos" panose="02110004020202020204"/>
              <a:ea typeface="+mn-ea"/>
              <a:cs typeface="+mn-cs"/>
            </a:rPr>
            <a:t>Balanced: start simple with migration paths</a:t>
          </a:r>
          <a:endParaRPr lang="en-US" sz="1400" kern="1200" dirty="0">
            <a:solidFill>
              <a:prstClr val="black">
                <a:lumMod val="65000"/>
                <a:lumOff val="35000"/>
              </a:prstClr>
            </a:solidFill>
            <a:latin typeface="Aptos" panose="02110004020202020204"/>
            <a:ea typeface="+mn-ea"/>
            <a:cs typeface="+mn-cs"/>
          </a:endParaRPr>
        </a:p>
      </dgm:t>
    </dgm:pt>
    <dgm:pt modelId="{4E089067-4777-4226-A9C6-95EDD4D919C1}" type="parTrans" cxnId="{ABF629DB-3BC8-4F3E-ABA2-DDCE59A9285F}">
      <dgm:prSet/>
      <dgm:spPr/>
      <dgm:t>
        <a:bodyPr/>
        <a:lstStyle/>
        <a:p>
          <a:endParaRPr lang="en-US"/>
        </a:p>
      </dgm:t>
    </dgm:pt>
    <dgm:pt modelId="{BECE7B2F-E049-4F4F-BB51-180CE7C05228}" type="sibTrans" cxnId="{ABF629DB-3BC8-4F3E-ABA2-DDCE59A9285F}">
      <dgm:prSet/>
      <dgm:spPr/>
      <dgm:t>
        <a:bodyPr/>
        <a:lstStyle/>
        <a:p>
          <a:endParaRPr lang="en-US"/>
        </a:p>
      </dgm:t>
    </dgm:pt>
    <dgm:pt modelId="{986E403F-25F9-4AAA-BE85-4A2695EFC944}" type="pres">
      <dgm:prSet presAssocID="{98999C0F-43E4-4D97-9BBC-1CFBD7E292D3}" presName="root" presStyleCnt="0">
        <dgm:presLayoutVars>
          <dgm:dir/>
          <dgm:resizeHandles val="exact"/>
        </dgm:presLayoutVars>
      </dgm:prSet>
      <dgm:spPr/>
    </dgm:pt>
    <dgm:pt modelId="{E7F8F8CC-3722-4A87-8568-FD58EBA43633}" type="pres">
      <dgm:prSet presAssocID="{D37A0E71-1A04-4A60-96FC-C650C894B8E6}" presName="compNode" presStyleCnt="0"/>
      <dgm:spPr/>
    </dgm:pt>
    <dgm:pt modelId="{605A559A-86A9-4EDE-9017-8C102CC26A32}" type="pres">
      <dgm:prSet presAssocID="{D37A0E71-1A04-4A60-96FC-C650C894B8E6}" presName="iconBgRect" presStyleLbl="bgShp" presStyleIdx="0" presStyleCnt="3"/>
      <dgm:spPr/>
    </dgm:pt>
    <dgm:pt modelId="{84480029-22D6-4EB4-9753-3868DBCE02B9}" type="pres">
      <dgm:prSet presAssocID="{D37A0E71-1A04-4A60-96FC-C650C894B8E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CF772F05-EBD0-4545-8FDD-49B5D96B539E}" type="pres">
      <dgm:prSet presAssocID="{D37A0E71-1A04-4A60-96FC-C650C894B8E6}" presName="spaceRect" presStyleCnt="0"/>
      <dgm:spPr/>
    </dgm:pt>
    <dgm:pt modelId="{EE7B730C-475A-49E4-A212-216BC3CD5470}" type="pres">
      <dgm:prSet presAssocID="{D37A0E71-1A04-4A60-96FC-C650C894B8E6}" presName="textRect" presStyleLbl="revTx" presStyleIdx="0" presStyleCnt="3">
        <dgm:presLayoutVars>
          <dgm:chMax val="1"/>
          <dgm:chPref val="1"/>
        </dgm:presLayoutVars>
      </dgm:prSet>
      <dgm:spPr/>
    </dgm:pt>
    <dgm:pt modelId="{F7E580E5-8D04-499C-AC6A-DEA05355112A}" type="pres">
      <dgm:prSet presAssocID="{11513C13-2942-436C-A9C3-1C9907452F63}" presName="sibTrans" presStyleCnt="0"/>
      <dgm:spPr/>
    </dgm:pt>
    <dgm:pt modelId="{A26E370B-5BDC-4EBD-B4E3-DA2F87D4B668}" type="pres">
      <dgm:prSet presAssocID="{FEF1A6D0-C6CA-4422-B1CE-1AC7D184B9C7}" presName="compNode" presStyleCnt="0"/>
      <dgm:spPr/>
    </dgm:pt>
    <dgm:pt modelId="{6D150BB4-6D43-4111-881F-32D3541A4D3C}" type="pres">
      <dgm:prSet presAssocID="{FEF1A6D0-C6CA-4422-B1CE-1AC7D184B9C7}" presName="iconBgRect" presStyleLbl="bgShp" presStyleIdx="1" presStyleCnt="3"/>
      <dgm:spPr/>
    </dgm:pt>
    <dgm:pt modelId="{745DB9A5-0568-4A7B-B0AB-B2997F2BF85E}" type="pres">
      <dgm:prSet presAssocID="{FEF1A6D0-C6CA-4422-B1CE-1AC7D184B9C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plosion"/>
        </a:ext>
      </dgm:extLst>
    </dgm:pt>
    <dgm:pt modelId="{128CF988-9033-4E16-80DF-5F3A6D3D5CF1}" type="pres">
      <dgm:prSet presAssocID="{FEF1A6D0-C6CA-4422-B1CE-1AC7D184B9C7}" presName="spaceRect" presStyleCnt="0"/>
      <dgm:spPr/>
    </dgm:pt>
    <dgm:pt modelId="{2DF688B0-AB72-4063-B53A-911C859CEDCB}" type="pres">
      <dgm:prSet presAssocID="{FEF1A6D0-C6CA-4422-B1CE-1AC7D184B9C7}" presName="textRect" presStyleLbl="revTx" presStyleIdx="1" presStyleCnt="3">
        <dgm:presLayoutVars>
          <dgm:chMax val="1"/>
          <dgm:chPref val="1"/>
        </dgm:presLayoutVars>
      </dgm:prSet>
      <dgm:spPr/>
    </dgm:pt>
    <dgm:pt modelId="{6601F1B9-13C3-4BE4-AAE4-5720037E62B1}" type="pres">
      <dgm:prSet presAssocID="{59AD6925-FC23-4A35-A844-B29DA9D911BF}" presName="sibTrans" presStyleCnt="0"/>
      <dgm:spPr/>
    </dgm:pt>
    <dgm:pt modelId="{A90484E5-1CC6-4C06-92C4-062F3BA7D963}" type="pres">
      <dgm:prSet presAssocID="{34F9FDD7-86E3-4259-862B-E50AE5863684}" presName="compNode" presStyleCnt="0"/>
      <dgm:spPr/>
    </dgm:pt>
    <dgm:pt modelId="{CA781C78-BD23-4E7C-9D56-C2A8353D4EED}" type="pres">
      <dgm:prSet presAssocID="{34F9FDD7-86E3-4259-862B-E50AE5863684}" presName="iconBgRect" presStyleLbl="bgShp" presStyleIdx="2" presStyleCnt="3"/>
      <dgm:spPr/>
    </dgm:pt>
    <dgm:pt modelId="{2993426C-6723-4E8E-A39E-8D3018C1C116}" type="pres">
      <dgm:prSet presAssocID="{34F9FDD7-86E3-4259-862B-E50AE586368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nsfer"/>
        </a:ext>
      </dgm:extLst>
    </dgm:pt>
    <dgm:pt modelId="{175CD325-97A5-485B-93E5-E8042B489EA1}" type="pres">
      <dgm:prSet presAssocID="{34F9FDD7-86E3-4259-862B-E50AE5863684}" presName="spaceRect" presStyleCnt="0"/>
      <dgm:spPr/>
    </dgm:pt>
    <dgm:pt modelId="{CD175758-8202-4D4E-BCC7-3204A83B8934}" type="pres">
      <dgm:prSet presAssocID="{34F9FDD7-86E3-4259-862B-E50AE586368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0812746-76F3-46E7-8308-10B9BB770C1E}" srcId="{98999C0F-43E4-4D97-9BBC-1CFBD7E292D3}" destId="{D37A0E71-1A04-4A60-96FC-C650C894B8E6}" srcOrd="0" destOrd="0" parTransId="{D42D471D-2E2A-4AD0-AD79-C676126D62F6}" sibTransId="{11513C13-2942-436C-A9C3-1C9907452F63}"/>
    <dgm:cxn modelId="{B5788A5A-FB48-4649-8A4A-21D97BFF4EED}" type="presOf" srcId="{34F9FDD7-86E3-4259-862B-E50AE5863684}" destId="{CD175758-8202-4D4E-BCC7-3204A83B8934}" srcOrd="0" destOrd="0" presId="urn:microsoft.com/office/officeart/2018/5/layout/IconCircleLabelList"/>
    <dgm:cxn modelId="{86844B6C-574B-4624-9430-FECBD8BDDC6D}" type="presOf" srcId="{D37A0E71-1A04-4A60-96FC-C650C894B8E6}" destId="{EE7B730C-475A-49E4-A212-216BC3CD5470}" srcOrd="0" destOrd="0" presId="urn:microsoft.com/office/officeart/2018/5/layout/IconCircleLabelList"/>
    <dgm:cxn modelId="{F42C177B-28D9-48F4-9B97-D6975B12D10F}" srcId="{98999C0F-43E4-4D97-9BBC-1CFBD7E292D3}" destId="{FEF1A6D0-C6CA-4422-B1CE-1AC7D184B9C7}" srcOrd="1" destOrd="0" parTransId="{4E30370F-79AC-4919-BEE1-6D59A2D58844}" sibTransId="{59AD6925-FC23-4A35-A844-B29DA9D911BF}"/>
    <dgm:cxn modelId="{D1D1AEBB-5C23-4D6C-88A6-71AE09EBDCB1}" type="presOf" srcId="{FEF1A6D0-C6CA-4422-B1CE-1AC7D184B9C7}" destId="{2DF688B0-AB72-4063-B53A-911C859CEDCB}" srcOrd="0" destOrd="0" presId="urn:microsoft.com/office/officeart/2018/5/layout/IconCircleLabelList"/>
    <dgm:cxn modelId="{ABF629DB-3BC8-4F3E-ABA2-DDCE59A9285F}" srcId="{98999C0F-43E4-4D97-9BBC-1CFBD7E292D3}" destId="{34F9FDD7-86E3-4259-862B-E50AE5863684}" srcOrd="2" destOrd="0" parTransId="{4E089067-4777-4226-A9C6-95EDD4D919C1}" sibTransId="{BECE7B2F-E049-4F4F-BB51-180CE7C05228}"/>
    <dgm:cxn modelId="{B73AFDE0-2B4A-408C-B5D6-000691563FF4}" type="presOf" srcId="{98999C0F-43E4-4D97-9BBC-1CFBD7E292D3}" destId="{986E403F-25F9-4AAA-BE85-4A2695EFC944}" srcOrd="0" destOrd="0" presId="urn:microsoft.com/office/officeart/2018/5/layout/IconCircleLabelList"/>
    <dgm:cxn modelId="{067D0694-B683-4602-9C8E-003C751FA3D6}" type="presParOf" srcId="{986E403F-25F9-4AAA-BE85-4A2695EFC944}" destId="{E7F8F8CC-3722-4A87-8568-FD58EBA43633}" srcOrd="0" destOrd="0" presId="urn:microsoft.com/office/officeart/2018/5/layout/IconCircleLabelList"/>
    <dgm:cxn modelId="{73032846-7EB4-4F29-BAE2-9D272415F9FD}" type="presParOf" srcId="{E7F8F8CC-3722-4A87-8568-FD58EBA43633}" destId="{605A559A-86A9-4EDE-9017-8C102CC26A32}" srcOrd="0" destOrd="0" presId="urn:microsoft.com/office/officeart/2018/5/layout/IconCircleLabelList"/>
    <dgm:cxn modelId="{9E11B5BB-3FA5-4FA4-87AA-B9DE0419C444}" type="presParOf" srcId="{E7F8F8CC-3722-4A87-8568-FD58EBA43633}" destId="{84480029-22D6-4EB4-9753-3868DBCE02B9}" srcOrd="1" destOrd="0" presId="urn:microsoft.com/office/officeart/2018/5/layout/IconCircleLabelList"/>
    <dgm:cxn modelId="{B7556D07-D1AF-4C30-9A00-07921EB2D934}" type="presParOf" srcId="{E7F8F8CC-3722-4A87-8568-FD58EBA43633}" destId="{CF772F05-EBD0-4545-8FDD-49B5D96B539E}" srcOrd="2" destOrd="0" presId="urn:microsoft.com/office/officeart/2018/5/layout/IconCircleLabelList"/>
    <dgm:cxn modelId="{3C91C015-C268-48E7-9237-DEA836EB0EF5}" type="presParOf" srcId="{E7F8F8CC-3722-4A87-8568-FD58EBA43633}" destId="{EE7B730C-475A-49E4-A212-216BC3CD5470}" srcOrd="3" destOrd="0" presId="urn:microsoft.com/office/officeart/2018/5/layout/IconCircleLabelList"/>
    <dgm:cxn modelId="{336E9ABC-733C-4D26-AD6C-5E4817810EFE}" type="presParOf" srcId="{986E403F-25F9-4AAA-BE85-4A2695EFC944}" destId="{F7E580E5-8D04-499C-AC6A-DEA05355112A}" srcOrd="1" destOrd="0" presId="urn:microsoft.com/office/officeart/2018/5/layout/IconCircleLabelList"/>
    <dgm:cxn modelId="{E20009F2-7F1A-4C7C-BA17-1B472462A716}" type="presParOf" srcId="{986E403F-25F9-4AAA-BE85-4A2695EFC944}" destId="{A26E370B-5BDC-4EBD-B4E3-DA2F87D4B668}" srcOrd="2" destOrd="0" presId="urn:microsoft.com/office/officeart/2018/5/layout/IconCircleLabelList"/>
    <dgm:cxn modelId="{EB3E213F-70CF-4489-B7FF-F059C1551A1C}" type="presParOf" srcId="{A26E370B-5BDC-4EBD-B4E3-DA2F87D4B668}" destId="{6D150BB4-6D43-4111-881F-32D3541A4D3C}" srcOrd="0" destOrd="0" presId="urn:microsoft.com/office/officeart/2018/5/layout/IconCircleLabelList"/>
    <dgm:cxn modelId="{AA7FDAEB-D230-4D49-9B82-85CAAD43F3C1}" type="presParOf" srcId="{A26E370B-5BDC-4EBD-B4E3-DA2F87D4B668}" destId="{745DB9A5-0568-4A7B-B0AB-B2997F2BF85E}" srcOrd="1" destOrd="0" presId="urn:microsoft.com/office/officeart/2018/5/layout/IconCircleLabelList"/>
    <dgm:cxn modelId="{B04C61FF-24FB-41E0-91F1-435CF754F5BF}" type="presParOf" srcId="{A26E370B-5BDC-4EBD-B4E3-DA2F87D4B668}" destId="{128CF988-9033-4E16-80DF-5F3A6D3D5CF1}" srcOrd="2" destOrd="0" presId="urn:microsoft.com/office/officeart/2018/5/layout/IconCircleLabelList"/>
    <dgm:cxn modelId="{017C58B9-988B-4D36-9ECC-5BB47031E1EE}" type="presParOf" srcId="{A26E370B-5BDC-4EBD-B4E3-DA2F87D4B668}" destId="{2DF688B0-AB72-4063-B53A-911C859CEDCB}" srcOrd="3" destOrd="0" presId="urn:microsoft.com/office/officeart/2018/5/layout/IconCircleLabelList"/>
    <dgm:cxn modelId="{0AD74C1B-4E62-4107-BB76-FA74AB47CF4D}" type="presParOf" srcId="{986E403F-25F9-4AAA-BE85-4A2695EFC944}" destId="{6601F1B9-13C3-4BE4-AAE4-5720037E62B1}" srcOrd="3" destOrd="0" presId="urn:microsoft.com/office/officeart/2018/5/layout/IconCircleLabelList"/>
    <dgm:cxn modelId="{C4E58498-6012-4B9D-9149-5C1FC9A53827}" type="presParOf" srcId="{986E403F-25F9-4AAA-BE85-4A2695EFC944}" destId="{A90484E5-1CC6-4C06-92C4-062F3BA7D963}" srcOrd="4" destOrd="0" presId="urn:microsoft.com/office/officeart/2018/5/layout/IconCircleLabelList"/>
    <dgm:cxn modelId="{BACE6A54-ADFB-4F67-82A9-AB7B1F21B05D}" type="presParOf" srcId="{A90484E5-1CC6-4C06-92C4-062F3BA7D963}" destId="{CA781C78-BD23-4E7C-9D56-C2A8353D4EED}" srcOrd="0" destOrd="0" presId="urn:microsoft.com/office/officeart/2018/5/layout/IconCircleLabelList"/>
    <dgm:cxn modelId="{F0A3B01A-C8E5-4C80-954E-B5D047233AAE}" type="presParOf" srcId="{A90484E5-1CC6-4C06-92C4-062F3BA7D963}" destId="{2993426C-6723-4E8E-A39E-8D3018C1C116}" srcOrd="1" destOrd="0" presId="urn:microsoft.com/office/officeart/2018/5/layout/IconCircleLabelList"/>
    <dgm:cxn modelId="{B3C9CE10-F63D-47AD-A28B-0C09BC41DEBC}" type="presParOf" srcId="{A90484E5-1CC6-4C06-92C4-062F3BA7D963}" destId="{175CD325-97A5-485B-93E5-E8042B489EA1}" srcOrd="2" destOrd="0" presId="urn:microsoft.com/office/officeart/2018/5/layout/IconCircleLabelList"/>
    <dgm:cxn modelId="{FE4DD6F6-4FF9-46B7-AA9D-C871AF58D45E}" type="presParOf" srcId="{A90484E5-1CC6-4C06-92C4-062F3BA7D963}" destId="{CD175758-8202-4D4E-BCC7-3204A83B893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614220-7A93-4408-91B7-56943B238506}">
      <dsp:nvSpPr>
        <dsp:cNvPr id="0" name=""/>
        <dsp:cNvSpPr/>
      </dsp:nvSpPr>
      <dsp:spPr>
        <a:xfrm>
          <a:off x="611499" y="275714"/>
          <a:ext cx="1749937" cy="17499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AC2073-00AA-4A19-9F3B-A51C399404C8}">
      <dsp:nvSpPr>
        <dsp:cNvPr id="0" name=""/>
        <dsp:cNvSpPr/>
      </dsp:nvSpPr>
      <dsp:spPr>
        <a:xfrm>
          <a:off x="984436" y="648652"/>
          <a:ext cx="1004062" cy="1004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7519C4-9154-43B5-837F-637B1AC60630}">
      <dsp:nvSpPr>
        <dsp:cNvPr id="0" name=""/>
        <dsp:cNvSpPr/>
      </dsp:nvSpPr>
      <dsp:spPr>
        <a:xfrm>
          <a:off x="52092" y="2570715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0" indent="-171450" algn="ctr" defTabSz="685800" rtl="0" eaLnBrk="1" latinLnBrk="0" hangingPunct="1">
            <a:lnSpc>
              <a:spcPct val="90000"/>
            </a:lnSpc>
            <a:spcBef>
              <a:spcPts val="750"/>
            </a:spcBef>
            <a:spcAft>
              <a:spcPct val="35000"/>
            </a:spcAft>
            <a:buFont typeface="Arial" panose="020B0604020202020204" pitchFamily="34" charset="0"/>
            <a:buNone/>
            <a:defRPr sz="1800"/>
          </a:pPr>
          <a:r>
            <a:rPr lang="en-US" sz="1400" kern="1200" dirty="0">
              <a:solidFill>
                <a:prstClr val="black">
                  <a:lumMod val="65000"/>
                  <a:lumOff val="35000"/>
                </a:prstClr>
              </a:solidFill>
              <a:latin typeface="Aptos" panose="02110004020202020204"/>
              <a:ea typeface="+mn-ea"/>
              <a:cs typeface="+mn-cs"/>
            </a:rPr>
            <a:t>Project: temporary, fixed deliverables, set timeline</a:t>
          </a:r>
        </a:p>
      </dsp:txBody>
      <dsp:txXfrm>
        <a:off x="52092" y="2570715"/>
        <a:ext cx="2868750" cy="720000"/>
      </dsp:txXfrm>
    </dsp:sp>
    <dsp:sp modelId="{9A1D5394-2A13-4F12-9DCE-90E8ABE01780}">
      <dsp:nvSpPr>
        <dsp:cNvPr id="0" name=""/>
        <dsp:cNvSpPr/>
      </dsp:nvSpPr>
      <dsp:spPr>
        <a:xfrm>
          <a:off x="3982280" y="275714"/>
          <a:ext cx="1749937" cy="17499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E9E58B-8A56-4243-88DE-DDBE4B254FDD}">
      <dsp:nvSpPr>
        <dsp:cNvPr id="0" name=""/>
        <dsp:cNvSpPr/>
      </dsp:nvSpPr>
      <dsp:spPr>
        <a:xfrm>
          <a:off x="4355217" y="648652"/>
          <a:ext cx="1004062" cy="1004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174732-3491-4CF7-9D9C-AA7DF0439A71}">
      <dsp:nvSpPr>
        <dsp:cNvPr id="0" name=""/>
        <dsp:cNvSpPr/>
      </dsp:nvSpPr>
      <dsp:spPr>
        <a:xfrm>
          <a:off x="3422874" y="2570715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0" indent="-171450" algn="ctr" defTabSz="685800" rtl="0" eaLnBrk="1" latinLnBrk="0" hangingPunct="1">
            <a:lnSpc>
              <a:spcPct val="90000"/>
            </a:lnSpc>
            <a:spcBef>
              <a:spcPts val="750"/>
            </a:spcBef>
            <a:spcAft>
              <a:spcPct val="35000"/>
            </a:spcAft>
            <a:buFont typeface="Arial" panose="020B0604020202020204" pitchFamily="34" charset="0"/>
            <a:buNone/>
            <a:defRPr sz="1800"/>
          </a:pPr>
          <a:r>
            <a:rPr lang="en-US" sz="1400" kern="1200" dirty="0">
              <a:solidFill>
                <a:prstClr val="black">
                  <a:lumMod val="65000"/>
                  <a:lumOff val="35000"/>
                </a:prstClr>
              </a:solidFill>
              <a:latin typeface="Aptos" panose="02110004020202020204"/>
              <a:ea typeface="+mn-ea"/>
              <a:cs typeface="+mn-cs"/>
            </a:rPr>
            <a:t>Product: long-lived, user-driven, continuously improved</a:t>
          </a:r>
        </a:p>
      </dsp:txBody>
      <dsp:txXfrm>
        <a:off x="3422874" y="2570715"/>
        <a:ext cx="2868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D1F503-FE25-4EF2-8A99-875D65F1C141}">
      <dsp:nvSpPr>
        <dsp:cNvPr id="0" name=""/>
        <dsp:cNvSpPr/>
      </dsp:nvSpPr>
      <dsp:spPr>
        <a:xfrm>
          <a:off x="770534" y="381180"/>
          <a:ext cx="1199812" cy="1199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9A705F-58BF-4CC7-A0EA-61498B8E50FA}">
      <dsp:nvSpPr>
        <dsp:cNvPr id="0" name=""/>
        <dsp:cNvSpPr/>
      </dsp:nvSpPr>
      <dsp:spPr>
        <a:xfrm>
          <a:off x="37316" y="1919790"/>
          <a:ext cx="266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0" indent="-171450" algn="ctr" defTabSz="685800" rtl="0" eaLnBrk="1" latinLnBrk="0" hangingPunct="1">
            <a:lnSpc>
              <a:spcPct val="90000"/>
            </a:lnSpc>
            <a:spcBef>
              <a:spcPts val="750"/>
            </a:spcBef>
            <a:spcAft>
              <a:spcPct val="35000"/>
            </a:spcAft>
            <a:buFont typeface="Arial" panose="020B0604020202020204" pitchFamily="34" charset="0"/>
            <a:buNone/>
            <a:defRPr sz="1800"/>
          </a:pPr>
          <a:r>
            <a:rPr lang="en-US" sz="1400" kern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rPr>
            <a:t>Languages: HTML, CSS, JavaScript / TypeScript</a:t>
          </a:r>
        </a:p>
      </dsp:txBody>
      <dsp:txXfrm>
        <a:off x="37316" y="1919790"/>
        <a:ext cx="2666250" cy="720000"/>
      </dsp:txXfrm>
    </dsp:sp>
    <dsp:sp modelId="{4387F8EF-D1F9-48A2-899A-4A1B380D1013}">
      <dsp:nvSpPr>
        <dsp:cNvPr id="0" name=""/>
        <dsp:cNvSpPr/>
      </dsp:nvSpPr>
      <dsp:spPr>
        <a:xfrm>
          <a:off x="3903378" y="381180"/>
          <a:ext cx="1199812" cy="1199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AD06A5-1844-454E-B0DF-0BD9071FDB7F}">
      <dsp:nvSpPr>
        <dsp:cNvPr id="0" name=""/>
        <dsp:cNvSpPr/>
      </dsp:nvSpPr>
      <dsp:spPr>
        <a:xfrm>
          <a:off x="3170159" y="1919790"/>
          <a:ext cx="266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0" indent="-171450" algn="ctr" defTabSz="685800" rtl="0" eaLnBrk="1" latinLnBrk="0" hangingPunct="1">
            <a:lnSpc>
              <a:spcPct val="90000"/>
            </a:lnSpc>
            <a:spcBef>
              <a:spcPts val="750"/>
            </a:spcBef>
            <a:spcAft>
              <a:spcPct val="35000"/>
            </a:spcAft>
            <a:buFont typeface="Arial" panose="020B0604020202020204" pitchFamily="34" charset="0"/>
            <a:buNone/>
            <a:defRPr sz="1800"/>
          </a:pPr>
          <a:r>
            <a:rPr lang="en-US" sz="1400" kern="1200" dirty="0">
              <a:solidFill>
                <a:prstClr val="black">
                  <a:lumMod val="65000"/>
                  <a:lumOff val="35000"/>
                </a:prstClr>
              </a:solidFill>
              <a:latin typeface="Aptos" panose="02110004020202020204"/>
              <a:ea typeface="+mn-ea"/>
              <a:cs typeface="+mn-cs"/>
            </a:rPr>
            <a:t>Frameworks: React, Vue, Angular, </a:t>
          </a:r>
          <a:r>
            <a:rPr lang="en-US" sz="1400" kern="1200" dirty="0" err="1">
              <a:solidFill>
                <a:prstClr val="black">
                  <a:lumMod val="65000"/>
                  <a:lumOff val="35000"/>
                </a:prstClr>
              </a:solidFill>
              <a:latin typeface="Aptos" panose="02110004020202020204"/>
              <a:ea typeface="+mn-ea"/>
              <a:cs typeface="+mn-cs"/>
            </a:rPr>
            <a:t>Next.js</a:t>
          </a:r>
          <a:endParaRPr lang="en-US" sz="1400" kern="1200" dirty="0">
            <a:solidFill>
              <a:prstClr val="black">
                <a:lumMod val="65000"/>
                <a:lumOff val="35000"/>
              </a:prstClr>
            </a:solidFill>
            <a:latin typeface="Aptos" panose="02110004020202020204"/>
            <a:ea typeface="+mn-ea"/>
            <a:cs typeface="+mn-cs"/>
          </a:endParaRPr>
        </a:p>
      </dsp:txBody>
      <dsp:txXfrm>
        <a:off x="3170159" y="1919790"/>
        <a:ext cx="26662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D1F503-FE25-4EF2-8A99-875D65F1C141}">
      <dsp:nvSpPr>
        <dsp:cNvPr id="0" name=""/>
        <dsp:cNvSpPr/>
      </dsp:nvSpPr>
      <dsp:spPr>
        <a:xfrm>
          <a:off x="770534" y="381180"/>
          <a:ext cx="1199812" cy="1199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9A705F-58BF-4CC7-A0EA-61498B8E50FA}">
      <dsp:nvSpPr>
        <dsp:cNvPr id="0" name=""/>
        <dsp:cNvSpPr/>
      </dsp:nvSpPr>
      <dsp:spPr>
        <a:xfrm>
          <a:off x="37316" y="1919790"/>
          <a:ext cx="266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0" indent="-171450" algn="ctr" defTabSz="685800" rtl="0" eaLnBrk="1" latinLnBrk="0" hangingPunct="1">
            <a:lnSpc>
              <a:spcPct val="90000"/>
            </a:lnSpc>
            <a:spcBef>
              <a:spcPts val="750"/>
            </a:spcBef>
            <a:spcAft>
              <a:spcPct val="35000"/>
            </a:spcAft>
            <a:buFont typeface="Arial" panose="020B0604020202020204" pitchFamily="34" charset="0"/>
            <a:buNone/>
            <a:defRPr sz="1800"/>
          </a:pPr>
          <a:r>
            <a:rPr lang="en-US" sz="1400" kern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rPr>
            <a:t>Languages: </a:t>
          </a:r>
          <a:r>
            <a:rPr lang="en-US" sz="1400" kern="1200" dirty="0">
              <a:solidFill>
                <a:schemeClr val="tx1">
                  <a:lumMod val="65000"/>
                  <a:lumOff val="35000"/>
                </a:schemeClr>
              </a:solidFill>
            </a:rPr>
            <a:t>Node.js, Python, Java, Go, C#, PHP, Ruby</a:t>
          </a:r>
          <a:endParaRPr lang="en-US" sz="1400" kern="120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  <a:cs typeface="+mn-cs"/>
          </a:endParaRPr>
        </a:p>
      </dsp:txBody>
      <dsp:txXfrm>
        <a:off x="37316" y="1919790"/>
        <a:ext cx="2666250" cy="720000"/>
      </dsp:txXfrm>
    </dsp:sp>
    <dsp:sp modelId="{4387F8EF-D1F9-48A2-899A-4A1B380D1013}">
      <dsp:nvSpPr>
        <dsp:cNvPr id="0" name=""/>
        <dsp:cNvSpPr/>
      </dsp:nvSpPr>
      <dsp:spPr>
        <a:xfrm>
          <a:off x="3903378" y="381180"/>
          <a:ext cx="1199812" cy="1199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AD06A5-1844-454E-B0DF-0BD9071FDB7F}">
      <dsp:nvSpPr>
        <dsp:cNvPr id="0" name=""/>
        <dsp:cNvSpPr/>
      </dsp:nvSpPr>
      <dsp:spPr>
        <a:xfrm>
          <a:off x="3170159" y="1919790"/>
          <a:ext cx="266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0" indent="-171450" algn="ctr" defTabSz="685800" rtl="0" eaLnBrk="1" latinLnBrk="0" hangingPunct="1">
            <a:lnSpc>
              <a:spcPct val="90000"/>
            </a:lnSpc>
            <a:spcBef>
              <a:spcPts val="750"/>
            </a:spcBef>
            <a:spcAft>
              <a:spcPct val="35000"/>
            </a:spcAft>
            <a:buFont typeface="Arial" panose="020B0604020202020204" pitchFamily="34" charset="0"/>
            <a:buNone/>
            <a:defRPr sz="1800"/>
          </a:pPr>
          <a:r>
            <a:rPr lang="en-US" sz="1400" kern="1200" dirty="0">
              <a:solidFill>
                <a:prstClr val="black">
                  <a:lumMod val="65000"/>
                  <a:lumOff val="35000"/>
                </a:prstClr>
              </a:solidFill>
              <a:latin typeface="Aptos" panose="02110004020202020204"/>
              <a:ea typeface="+mn-ea"/>
              <a:cs typeface="+mn-cs"/>
            </a:rPr>
            <a:t>Frameworks: </a:t>
          </a:r>
          <a:r>
            <a:rPr lang="en-US" sz="1400" kern="1200" dirty="0">
              <a:solidFill>
                <a:schemeClr val="tx1">
                  <a:lumMod val="65000"/>
                  <a:lumOff val="35000"/>
                </a:schemeClr>
              </a:solidFill>
            </a:rPr>
            <a:t>Express/</a:t>
          </a:r>
          <a:r>
            <a:rPr lang="en-US" sz="1400" kern="1200" dirty="0" err="1">
              <a:solidFill>
                <a:schemeClr val="tx1">
                  <a:lumMod val="65000"/>
                  <a:lumOff val="35000"/>
                </a:schemeClr>
              </a:solidFill>
            </a:rPr>
            <a:t>NestJS</a:t>
          </a:r>
          <a:r>
            <a:rPr lang="en-US" sz="1400" kern="1200" dirty="0">
              <a:solidFill>
                <a:schemeClr val="tx1">
                  <a:lumMod val="65000"/>
                  <a:lumOff val="35000"/>
                </a:schemeClr>
              </a:solidFill>
            </a:rPr>
            <a:t>, Django/Flask, Spring Boot, Laravel</a:t>
          </a:r>
          <a:endParaRPr lang="en-US" sz="1400" kern="1200" dirty="0">
            <a:solidFill>
              <a:prstClr val="black">
                <a:lumMod val="65000"/>
                <a:lumOff val="35000"/>
              </a:prstClr>
            </a:solidFill>
            <a:latin typeface="Aptos" panose="02110004020202020204"/>
            <a:ea typeface="+mn-ea"/>
            <a:cs typeface="+mn-cs"/>
          </a:endParaRPr>
        </a:p>
      </dsp:txBody>
      <dsp:txXfrm>
        <a:off x="3170159" y="1919790"/>
        <a:ext cx="26662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C3EA5C-7F54-49DD-84F0-0427CA6F9C04}">
      <dsp:nvSpPr>
        <dsp:cNvPr id="0" name=""/>
        <dsp:cNvSpPr/>
      </dsp:nvSpPr>
      <dsp:spPr>
        <a:xfrm>
          <a:off x="540316" y="84526"/>
          <a:ext cx="1509750" cy="150975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B87932-21CF-4576-B37F-F8AF28253D71}">
      <dsp:nvSpPr>
        <dsp:cNvPr id="0" name=""/>
        <dsp:cNvSpPr/>
      </dsp:nvSpPr>
      <dsp:spPr>
        <a:xfrm>
          <a:off x="862066" y="406276"/>
          <a:ext cx="866250" cy="8662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43DB29-E27C-4F68-92F2-FC379658A6A4}">
      <dsp:nvSpPr>
        <dsp:cNvPr id="0" name=""/>
        <dsp:cNvSpPr/>
      </dsp:nvSpPr>
      <dsp:spPr>
        <a:xfrm>
          <a:off x="57691" y="2064526"/>
          <a:ext cx="247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0" indent="-171450" algn="ctr" defTabSz="685800" rtl="0" eaLnBrk="1" latinLnBrk="0" hangingPunct="1">
            <a:lnSpc>
              <a:spcPct val="90000"/>
            </a:lnSpc>
            <a:spcBef>
              <a:spcPts val="750"/>
            </a:spcBef>
            <a:spcAft>
              <a:spcPct val="35000"/>
            </a:spcAft>
            <a:buFont typeface="Arial" panose="020B0604020202020204" pitchFamily="34" charset="0"/>
            <a:buNone/>
            <a:defRPr sz="1800"/>
          </a:pPr>
          <a:r>
            <a:rPr lang="en-US" sz="1400" kern="1200" dirty="0">
              <a:solidFill>
                <a:prstClr val="black">
                  <a:lumMod val="65000"/>
                  <a:lumOff val="35000"/>
                </a:prstClr>
              </a:solidFill>
              <a:latin typeface="Aptos" panose="02110004020202020204"/>
              <a:ea typeface="+mn-ea"/>
              <a:cs typeface="+mn-cs"/>
            </a:rPr>
            <a:t>Relational (ACID): PostgreSQL, MySQL, SQL Server</a:t>
          </a:r>
        </a:p>
      </dsp:txBody>
      <dsp:txXfrm>
        <a:off x="57691" y="2064526"/>
        <a:ext cx="2475000" cy="720000"/>
      </dsp:txXfrm>
    </dsp:sp>
    <dsp:sp modelId="{64FCB081-926D-4AA7-85FD-981FE3C7C1F5}">
      <dsp:nvSpPr>
        <dsp:cNvPr id="0" name=""/>
        <dsp:cNvSpPr/>
      </dsp:nvSpPr>
      <dsp:spPr>
        <a:xfrm>
          <a:off x="3448441" y="84526"/>
          <a:ext cx="1509750" cy="150975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DA6ACA-6E97-4370-8F12-0592B7A72585}">
      <dsp:nvSpPr>
        <dsp:cNvPr id="0" name=""/>
        <dsp:cNvSpPr/>
      </dsp:nvSpPr>
      <dsp:spPr>
        <a:xfrm>
          <a:off x="3770191" y="406276"/>
          <a:ext cx="866250" cy="8662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F8F34D-056A-491D-BD88-8A5F18811D1F}">
      <dsp:nvSpPr>
        <dsp:cNvPr id="0" name=""/>
        <dsp:cNvSpPr/>
      </dsp:nvSpPr>
      <dsp:spPr>
        <a:xfrm>
          <a:off x="2965816" y="2064526"/>
          <a:ext cx="247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0" indent="-171450" algn="ctr" defTabSz="685800" rtl="0" eaLnBrk="1" latinLnBrk="0" hangingPunct="1">
            <a:lnSpc>
              <a:spcPct val="90000"/>
            </a:lnSpc>
            <a:spcBef>
              <a:spcPts val="750"/>
            </a:spcBef>
            <a:spcAft>
              <a:spcPct val="35000"/>
            </a:spcAft>
            <a:buFont typeface="Arial" panose="020B0604020202020204" pitchFamily="34" charset="0"/>
            <a:buNone/>
            <a:defRPr sz="1800"/>
          </a:pPr>
          <a:r>
            <a:rPr lang="en-US" sz="1400" kern="1200" dirty="0">
              <a:solidFill>
                <a:prstClr val="black">
                  <a:lumMod val="65000"/>
                  <a:lumOff val="35000"/>
                </a:prstClr>
              </a:solidFill>
              <a:latin typeface="Aptos" panose="02110004020202020204"/>
              <a:ea typeface="+mn-ea"/>
              <a:cs typeface="+mn-cs"/>
            </a:rPr>
            <a:t>NoSQL (flexible / distributed): MongoDB, Redis, Cassandra</a:t>
          </a:r>
        </a:p>
      </dsp:txBody>
      <dsp:txXfrm>
        <a:off x="2965816" y="2064526"/>
        <a:ext cx="2475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1B87B4-FB83-45C0-BDB5-2E54A237199B}">
      <dsp:nvSpPr>
        <dsp:cNvPr id="0" name=""/>
        <dsp:cNvSpPr/>
      </dsp:nvSpPr>
      <dsp:spPr>
        <a:xfrm>
          <a:off x="841256" y="12896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3E9C31-FD50-424F-B9CB-6484776BA573}">
      <dsp:nvSpPr>
        <dsp:cNvPr id="0" name=""/>
        <dsp:cNvSpPr/>
      </dsp:nvSpPr>
      <dsp:spPr>
        <a:xfrm>
          <a:off x="1155694" y="327334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6BB887-2F05-4739-A07D-63E60CF7E994}">
      <dsp:nvSpPr>
        <dsp:cNvPr id="0" name=""/>
        <dsp:cNvSpPr/>
      </dsp:nvSpPr>
      <dsp:spPr>
        <a:xfrm>
          <a:off x="369600" y="1947896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0" indent="-171450" algn="ctr" defTabSz="685800" rtl="0" eaLnBrk="1" latinLnBrk="0" hangingPunct="1">
            <a:lnSpc>
              <a:spcPct val="90000"/>
            </a:lnSpc>
            <a:spcBef>
              <a:spcPts val="750"/>
            </a:spcBef>
            <a:spcAft>
              <a:spcPct val="35000"/>
            </a:spcAft>
            <a:buFont typeface="Arial" panose="020B0604020202020204" pitchFamily="34" charset="0"/>
            <a:buNone/>
            <a:defRPr sz="1800"/>
          </a:pPr>
          <a:r>
            <a:rPr lang="en-US" sz="1400" kern="1200" dirty="0">
              <a:solidFill>
                <a:prstClr val="black">
                  <a:lumMod val="65000"/>
                  <a:lumOff val="35000"/>
                </a:prstClr>
              </a:solidFill>
              <a:latin typeface="Aptos" panose="02110004020202020204"/>
              <a:ea typeface="+mn-ea"/>
              <a:cs typeface="+mn-cs"/>
            </a:rPr>
            <a:t>Reduce boilerplate &amp; enforce patterns</a:t>
          </a:r>
        </a:p>
      </dsp:txBody>
      <dsp:txXfrm>
        <a:off x="369600" y="1947896"/>
        <a:ext cx="2418750" cy="720000"/>
      </dsp:txXfrm>
    </dsp:sp>
    <dsp:sp modelId="{F8B1A526-1B20-4913-BC0B-FB869B278D00}">
      <dsp:nvSpPr>
        <dsp:cNvPr id="0" name=""/>
        <dsp:cNvSpPr/>
      </dsp:nvSpPr>
      <dsp:spPr>
        <a:xfrm>
          <a:off x="3948394" y="12896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FD15B2-FA65-448C-90AC-668AB81DC1BF}">
      <dsp:nvSpPr>
        <dsp:cNvPr id="0" name=""/>
        <dsp:cNvSpPr/>
      </dsp:nvSpPr>
      <dsp:spPr>
        <a:xfrm>
          <a:off x="4262832" y="327334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9D1973-60B5-4281-878C-62B0233BAA07}">
      <dsp:nvSpPr>
        <dsp:cNvPr id="0" name=""/>
        <dsp:cNvSpPr/>
      </dsp:nvSpPr>
      <dsp:spPr>
        <a:xfrm>
          <a:off x="3211631" y="1947896"/>
          <a:ext cx="294896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0" indent="-171450" algn="ctr" defTabSz="685800" rtl="0" eaLnBrk="1" latinLnBrk="0" hangingPunct="1">
            <a:lnSpc>
              <a:spcPct val="90000"/>
            </a:lnSpc>
            <a:spcBef>
              <a:spcPts val="750"/>
            </a:spcBef>
            <a:spcAft>
              <a:spcPct val="35000"/>
            </a:spcAft>
            <a:buFont typeface="Arial" panose="020B0604020202020204" pitchFamily="34" charset="0"/>
            <a:buNone/>
            <a:defRPr sz="1800"/>
          </a:pPr>
          <a:r>
            <a:rPr lang="en-US" sz="1400" kern="1200" dirty="0">
              <a:solidFill>
                <a:prstClr val="black">
                  <a:lumMod val="65000"/>
                  <a:lumOff val="35000"/>
                </a:prstClr>
              </a:solidFill>
              <a:latin typeface="Aptos" panose="02110004020202020204"/>
              <a:ea typeface="+mn-ea"/>
              <a:cs typeface="+mn-cs"/>
            </a:rPr>
            <a:t>Popular frameworks: Django, Express, Spring Boot, Laravel, </a:t>
          </a:r>
          <a:r>
            <a:rPr lang="en-US" sz="1400" kern="1200" dirty="0" err="1">
              <a:solidFill>
                <a:prstClr val="black">
                  <a:lumMod val="65000"/>
                  <a:lumOff val="35000"/>
                </a:prstClr>
              </a:solidFill>
              <a:latin typeface="Aptos" panose="02110004020202020204"/>
              <a:ea typeface="+mn-ea"/>
              <a:cs typeface="+mn-cs"/>
            </a:rPr>
            <a:t>Next.js</a:t>
          </a:r>
          <a:endParaRPr lang="en-US" sz="1400" kern="1200" dirty="0">
            <a:solidFill>
              <a:prstClr val="black">
                <a:lumMod val="65000"/>
                <a:lumOff val="35000"/>
              </a:prstClr>
            </a:solidFill>
            <a:latin typeface="Aptos" panose="02110004020202020204"/>
            <a:ea typeface="+mn-ea"/>
            <a:cs typeface="+mn-cs"/>
          </a:endParaRPr>
        </a:p>
      </dsp:txBody>
      <dsp:txXfrm>
        <a:off x="3211631" y="1947896"/>
        <a:ext cx="2948964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3952F1-0637-4D39-80ED-F6D97D09F564}">
      <dsp:nvSpPr>
        <dsp:cNvPr id="0" name=""/>
        <dsp:cNvSpPr/>
      </dsp:nvSpPr>
      <dsp:spPr>
        <a:xfrm>
          <a:off x="624713" y="644006"/>
          <a:ext cx="879186" cy="8791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FB04DF-A80E-49D8-A4C5-D7A92D376C80}">
      <dsp:nvSpPr>
        <dsp:cNvPr id="0" name=""/>
        <dsp:cNvSpPr/>
      </dsp:nvSpPr>
      <dsp:spPr>
        <a:xfrm>
          <a:off x="87432" y="1805475"/>
          <a:ext cx="195374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0" indent="-171450" algn="ctr" defTabSz="685800" rtl="0" eaLnBrk="1" latinLnBrk="0" hangingPunct="1">
            <a:lnSpc>
              <a:spcPct val="90000"/>
            </a:lnSpc>
            <a:spcBef>
              <a:spcPts val="750"/>
            </a:spcBef>
            <a:spcAft>
              <a:spcPct val="35000"/>
            </a:spcAft>
            <a:buFont typeface="Arial" panose="020B0604020202020204" pitchFamily="34" charset="0"/>
            <a:buNone/>
            <a:defRPr sz="1800"/>
          </a:pPr>
          <a:r>
            <a:rPr lang="en-US" sz="1400" kern="1200" dirty="0">
              <a:solidFill>
                <a:prstClr val="black">
                  <a:lumMod val="65000"/>
                  <a:lumOff val="35000"/>
                </a:prstClr>
              </a:solidFill>
              <a:latin typeface="Aptos" panose="02110004020202020204"/>
              <a:ea typeface="+mn-ea"/>
              <a:cs typeface="+mn-cs"/>
            </a:rPr>
            <a:t>Works across frontend &amp; backend</a:t>
          </a:r>
        </a:p>
      </dsp:txBody>
      <dsp:txXfrm>
        <a:off x="87432" y="1805475"/>
        <a:ext cx="1953747" cy="720000"/>
      </dsp:txXfrm>
    </dsp:sp>
    <dsp:sp modelId="{64ED623A-94B9-481B-B6B7-7F61BBCBA41D}">
      <dsp:nvSpPr>
        <dsp:cNvPr id="0" name=""/>
        <dsp:cNvSpPr/>
      </dsp:nvSpPr>
      <dsp:spPr>
        <a:xfrm>
          <a:off x="2920366" y="644006"/>
          <a:ext cx="879186" cy="8791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2449A9-3E04-4FF2-81C8-BAEC67DBAEC6}">
      <dsp:nvSpPr>
        <dsp:cNvPr id="0" name=""/>
        <dsp:cNvSpPr/>
      </dsp:nvSpPr>
      <dsp:spPr>
        <a:xfrm>
          <a:off x="2383085" y="1805475"/>
          <a:ext cx="195374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0" indent="-171450" algn="ctr" defTabSz="685800" rtl="0" eaLnBrk="1" latinLnBrk="0" hangingPunct="1">
            <a:lnSpc>
              <a:spcPct val="90000"/>
            </a:lnSpc>
            <a:spcBef>
              <a:spcPts val="750"/>
            </a:spcBef>
            <a:spcAft>
              <a:spcPct val="35000"/>
            </a:spcAft>
            <a:buFont typeface="Arial" panose="020B0604020202020204" pitchFamily="34" charset="0"/>
            <a:buNone/>
            <a:defRPr sz="1800"/>
          </a:pPr>
          <a:r>
            <a:rPr lang="en-US" sz="1400" kern="1200" dirty="0">
              <a:solidFill>
                <a:prstClr val="black">
                  <a:lumMod val="65000"/>
                  <a:lumOff val="35000"/>
                </a:prstClr>
              </a:solidFill>
              <a:latin typeface="Aptos" panose="02110004020202020204"/>
              <a:ea typeface="+mn-ea"/>
              <a:cs typeface="+mn-cs"/>
            </a:rPr>
            <a:t>Startups value full-stack for flexibility</a:t>
          </a:r>
        </a:p>
      </dsp:txBody>
      <dsp:txXfrm>
        <a:off x="2383085" y="1805475"/>
        <a:ext cx="1953747" cy="720000"/>
      </dsp:txXfrm>
    </dsp:sp>
    <dsp:sp modelId="{74F6FC01-4928-471C-91CC-14AB657C1049}">
      <dsp:nvSpPr>
        <dsp:cNvPr id="0" name=""/>
        <dsp:cNvSpPr/>
      </dsp:nvSpPr>
      <dsp:spPr>
        <a:xfrm>
          <a:off x="5216019" y="644006"/>
          <a:ext cx="879186" cy="8791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10A603-4511-4D37-AB3B-62BE09162EE8}">
      <dsp:nvSpPr>
        <dsp:cNvPr id="0" name=""/>
        <dsp:cNvSpPr/>
      </dsp:nvSpPr>
      <dsp:spPr>
        <a:xfrm>
          <a:off x="4678739" y="1805475"/>
          <a:ext cx="195374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0" indent="-171450" algn="ctr" defTabSz="685800" rtl="0" eaLnBrk="1" latinLnBrk="0" hangingPunct="1">
            <a:lnSpc>
              <a:spcPct val="90000"/>
            </a:lnSpc>
            <a:spcBef>
              <a:spcPts val="750"/>
            </a:spcBef>
            <a:spcAft>
              <a:spcPct val="35000"/>
            </a:spcAft>
            <a:buFont typeface="Arial" panose="020B0604020202020204" pitchFamily="34" charset="0"/>
            <a:buNone/>
            <a:defRPr sz="1800"/>
          </a:pPr>
          <a:r>
            <a:rPr lang="en-US" sz="1400" kern="1200" dirty="0">
              <a:solidFill>
                <a:prstClr val="black">
                  <a:lumMod val="65000"/>
                  <a:lumOff val="35000"/>
                </a:prstClr>
              </a:solidFill>
              <a:latin typeface="Aptos" panose="02110004020202020204"/>
              <a:ea typeface="+mn-ea"/>
              <a:cs typeface="+mn-cs"/>
            </a:rPr>
            <a:t>Large product teams often prefer specialized roles</a:t>
          </a:r>
        </a:p>
      </dsp:txBody>
      <dsp:txXfrm>
        <a:off x="4678739" y="1805475"/>
        <a:ext cx="1953747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5A559A-86A9-4EDE-9017-8C102CC26A32}">
      <dsp:nvSpPr>
        <dsp:cNvPr id="0" name=""/>
        <dsp:cNvSpPr/>
      </dsp:nvSpPr>
      <dsp:spPr>
        <a:xfrm>
          <a:off x="446209" y="358672"/>
          <a:ext cx="1200937" cy="12009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480029-22D6-4EB4-9753-3868DBCE02B9}">
      <dsp:nvSpPr>
        <dsp:cNvPr id="0" name=""/>
        <dsp:cNvSpPr/>
      </dsp:nvSpPr>
      <dsp:spPr>
        <a:xfrm>
          <a:off x="702146" y="614609"/>
          <a:ext cx="689062" cy="689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7B730C-475A-49E4-A212-216BC3CD5470}">
      <dsp:nvSpPr>
        <dsp:cNvPr id="0" name=""/>
        <dsp:cNvSpPr/>
      </dsp:nvSpPr>
      <dsp:spPr>
        <a:xfrm>
          <a:off x="62303" y="1933672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0" indent="-171450" algn="ctr" defTabSz="685800" rtl="0" eaLnBrk="1" latinLnBrk="0" hangingPunct="1">
            <a:lnSpc>
              <a:spcPct val="90000"/>
            </a:lnSpc>
            <a:spcBef>
              <a:spcPts val="750"/>
            </a:spcBef>
            <a:spcAft>
              <a:spcPct val="35000"/>
            </a:spcAft>
            <a:buFont typeface="Arial" panose="020B0604020202020204" pitchFamily="34" charset="0"/>
            <a:buNone/>
            <a:defRPr sz="1800"/>
          </a:pPr>
          <a:r>
            <a:rPr lang="en-US" sz="1400" kern="1200">
              <a:solidFill>
                <a:prstClr val="black">
                  <a:lumMod val="65000"/>
                  <a:lumOff val="35000"/>
                </a:prstClr>
              </a:solidFill>
              <a:latin typeface="Aptos" panose="02110004020202020204"/>
              <a:ea typeface="+mn-ea"/>
              <a:cs typeface="+mn-cs"/>
            </a:rPr>
            <a:t>MVP-first: validate quickly</a:t>
          </a:r>
          <a:endParaRPr lang="en-US" sz="1400" kern="1200" dirty="0">
            <a:solidFill>
              <a:prstClr val="black">
                <a:lumMod val="65000"/>
                <a:lumOff val="35000"/>
              </a:prstClr>
            </a:solidFill>
            <a:latin typeface="Aptos" panose="02110004020202020204"/>
            <a:ea typeface="+mn-ea"/>
            <a:cs typeface="+mn-cs"/>
          </a:endParaRPr>
        </a:p>
      </dsp:txBody>
      <dsp:txXfrm>
        <a:off x="62303" y="1933672"/>
        <a:ext cx="1968750" cy="720000"/>
      </dsp:txXfrm>
    </dsp:sp>
    <dsp:sp modelId="{6D150BB4-6D43-4111-881F-32D3541A4D3C}">
      <dsp:nvSpPr>
        <dsp:cNvPr id="0" name=""/>
        <dsp:cNvSpPr/>
      </dsp:nvSpPr>
      <dsp:spPr>
        <a:xfrm>
          <a:off x="2759490" y="358672"/>
          <a:ext cx="1200937" cy="12009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5DB9A5-0568-4A7B-B0AB-B2997F2BF85E}">
      <dsp:nvSpPr>
        <dsp:cNvPr id="0" name=""/>
        <dsp:cNvSpPr/>
      </dsp:nvSpPr>
      <dsp:spPr>
        <a:xfrm>
          <a:off x="3015428" y="614609"/>
          <a:ext cx="689062" cy="689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F688B0-AB72-4063-B53A-911C859CEDCB}">
      <dsp:nvSpPr>
        <dsp:cNvPr id="0" name=""/>
        <dsp:cNvSpPr/>
      </dsp:nvSpPr>
      <dsp:spPr>
        <a:xfrm>
          <a:off x="2375584" y="1933672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0" indent="-171450" algn="ctr" defTabSz="685800" rtl="0" eaLnBrk="1" latinLnBrk="0" hangingPunct="1">
            <a:lnSpc>
              <a:spcPct val="90000"/>
            </a:lnSpc>
            <a:spcBef>
              <a:spcPts val="750"/>
            </a:spcBef>
            <a:spcAft>
              <a:spcPct val="35000"/>
            </a:spcAft>
            <a:buFont typeface="Arial" panose="020B0604020202020204" pitchFamily="34" charset="0"/>
            <a:buNone/>
            <a:defRPr sz="1800"/>
          </a:pPr>
          <a:r>
            <a:rPr lang="en-US" sz="1400" kern="1200" dirty="0">
              <a:solidFill>
                <a:prstClr val="black">
                  <a:lumMod val="65000"/>
                  <a:lumOff val="35000"/>
                </a:prstClr>
              </a:solidFill>
              <a:latin typeface="Aptos" panose="02110004020202020204"/>
              <a:ea typeface="+mn-ea"/>
              <a:cs typeface="+mn-cs"/>
            </a:rPr>
            <a:t>Future-proofing: build for scale (risk: overengineering)</a:t>
          </a:r>
        </a:p>
      </dsp:txBody>
      <dsp:txXfrm>
        <a:off x="2375584" y="1933672"/>
        <a:ext cx="1968750" cy="720000"/>
      </dsp:txXfrm>
    </dsp:sp>
    <dsp:sp modelId="{CA781C78-BD23-4E7C-9D56-C2A8353D4EED}">
      <dsp:nvSpPr>
        <dsp:cNvPr id="0" name=""/>
        <dsp:cNvSpPr/>
      </dsp:nvSpPr>
      <dsp:spPr>
        <a:xfrm>
          <a:off x="5072771" y="358672"/>
          <a:ext cx="1200937" cy="12009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93426C-6723-4E8E-A39E-8D3018C1C116}">
      <dsp:nvSpPr>
        <dsp:cNvPr id="0" name=""/>
        <dsp:cNvSpPr/>
      </dsp:nvSpPr>
      <dsp:spPr>
        <a:xfrm>
          <a:off x="5328709" y="614609"/>
          <a:ext cx="689062" cy="6890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175758-8202-4D4E-BCC7-3204A83B8934}">
      <dsp:nvSpPr>
        <dsp:cNvPr id="0" name=""/>
        <dsp:cNvSpPr/>
      </dsp:nvSpPr>
      <dsp:spPr>
        <a:xfrm>
          <a:off x="4688865" y="1933672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0" indent="-171450" algn="ctr" defTabSz="685800" rtl="0" eaLnBrk="1" latinLnBrk="0" hangingPunct="1">
            <a:lnSpc>
              <a:spcPct val="90000"/>
            </a:lnSpc>
            <a:spcBef>
              <a:spcPts val="750"/>
            </a:spcBef>
            <a:spcAft>
              <a:spcPct val="35000"/>
            </a:spcAft>
            <a:buFont typeface="Arial" panose="020B0604020202020204" pitchFamily="34" charset="0"/>
            <a:buNone/>
            <a:defRPr sz="1800"/>
          </a:pPr>
          <a:r>
            <a:rPr lang="en-US" sz="1400" kern="1200">
              <a:solidFill>
                <a:prstClr val="black">
                  <a:lumMod val="65000"/>
                  <a:lumOff val="35000"/>
                </a:prstClr>
              </a:solidFill>
              <a:latin typeface="Aptos" panose="02110004020202020204"/>
              <a:ea typeface="+mn-ea"/>
              <a:cs typeface="+mn-cs"/>
            </a:rPr>
            <a:t>Balanced: start simple with migration paths</a:t>
          </a:r>
          <a:endParaRPr lang="en-US" sz="1400" kern="1200" dirty="0">
            <a:solidFill>
              <a:prstClr val="black">
                <a:lumMod val="65000"/>
                <a:lumOff val="35000"/>
              </a:prstClr>
            </a:solidFill>
            <a:latin typeface="Aptos" panose="02110004020202020204"/>
            <a:ea typeface="+mn-ea"/>
            <a:cs typeface="+mn-cs"/>
          </a:endParaRPr>
        </a:p>
      </dsp:txBody>
      <dsp:txXfrm>
        <a:off x="4688865" y="1933672"/>
        <a:ext cx="196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BAE872-194D-1B4E-9920-CC58F457C2A5}" type="datetimeFigureOut">
              <a:rPr lang="en-US" smtClean="0"/>
              <a:t>9/30/25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BF7584-5824-094C-9B57-7920BB265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269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C2E8B-5E89-0D62-D0AB-82F7528BC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BA91C3-65AC-7972-C28F-1A07A0F4DF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EC939E-3A3A-9712-CE98-7BDCB32107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4FA47-1474-ED28-071E-4A3079BD8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97351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9F6B0-D334-3BBE-D1D7-DDD4DB70D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4A165D-5D1D-4565-AEC0-273F2C3384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395953-3D75-1484-2136-966099F948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B73A2-8D13-273D-E79A-252AD3CDF2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54764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9F738-BD86-8453-DDA6-60288DE130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CC3BB7-5DD0-A117-A9AF-D77A8FA9EF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7AAD4-5FDC-B222-3F18-C6DC509CA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67DE5-1AE8-4C24-41D5-5C1BD9635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C2BA2-DF4B-31E9-F86D-D35E4CF92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794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75C8E-330C-203C-CB53-0C7E92742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02156-FEE0-6D1F-280E-EBD292F07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15433-4870-776E-CF4E-18DECD7FE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14D32-9506-49B3-C6BC-2ED4BA936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1E510-7529-3A07-AC89-F9CA3684D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755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A1D2A-A128-F222-1F03-59C71F272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8EA3C0-08FC-7043-98D3-69123D3ED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675DA-CF8B-0A0E-63C0-64022D603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D9DF4-64D6-DCDA-D773-D3A268B21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2C9FB-560E-9F88-8C45-BFF7EE0E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045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57004-2B05-5EA9-D131-5ED2D3AD0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59075-6513-E61D-63E5-AC25294974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A6FDA-FAE1-48F2-69E6-B97D9E02A5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DD344D-644C-723F-949D-6275D277D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8B1000-34F0-57EC-C944-0C34DFC3A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54D5B4-5F13-7CF1-2ED2-21F2A5B0E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530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52B49-6849-F3A5-95AE-095487A22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C043AB-F39A-B29C-0AB4-F51F6CE15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8D611F-3272-8B70-4267-62A407C81A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99CA6F-E712-3E8C-CD72-58D65274ED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A2DB11-8310-2D36-97D5-95568BAD03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483690-700E-EE9D-6C9D-E37FF36D6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7385C0-E448-6F7C-A0EB-9B2BE1843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AA0D69-20F6-DB08-31BC-373BB0CCE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8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4773-6915-F7D4-07F6-3496DC4AD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8EF292-5C53-F33F-B7E6-508F55421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4B4733-1BA4-A476-1163-2832C34FB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C2A895-F20F-0FB0-2A2A-20D41D659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964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1ECA05-BF43-BE58-866A-A4C3C4B6D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03CB95-AE7F-6E32-DF8A-AAFB48899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DC6A94-4F29-48E5-D261-A7C03E97F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192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186E-E12A-04DB-C592-F42DD9D6F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1CB47-F2F6-273A-DE86-88501BD7A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1052A2-4299-0855-E191-9B5656DC0A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1B50D9-C992-1C4C-C8A8-22CE85203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6C2E6B-E5BA-C54D-D383-5077C079C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50D8BB-89E7-5F72-B587-B12CB845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212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F08BD-A185-78B0-CBB8-294AF0319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338BBD-E4E4-65DC-8B14-D14060002F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7C42B1-5F7B-CF4B-29C2-4AE2D98DD6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EA722-FC65-4E47-C125-1D63888D6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00651-365A-F1B1-BF44-208169DBE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12A9D5-46D7-249D-0B0C-08CFB262A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35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D9735-A838-2F9F-DFC3-590505048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57D624-2F27-7B3A-87AC-6D2B4A5813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93400-1BFA-0E3F-47C0-92858E3D7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D37D9-9D18-29AA-5CE3-ADB81D6EC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AD44B-77F1-30A2-4333-6B9CA366C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906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EA6493-3C44-1CB5-80C0-FF59115AC9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37495C-A772-C4A7-2F52-95B6817DB2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B3006-64D7-9BDD-A034-71A15BB29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45A0A-DDC2-EDE1-4C52-016151518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37E19-B6EE-20B5-4975-D679F633F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903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1916B-50B4-1196-36F1-921F71593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43D185-52EF-08DE-08C0-325C00470F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CE189-E043-8166-2A9C-6CBF4532FE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8810B-0BEB-0A7F-9F02-E5376B1043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7A63A-2732-92AE-DBAD-A0C8D35842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585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7D7A02-907B-496F-BA7E-AA3780733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BA5268-0AE7-4CAD-9537-D0EB09E76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8D065B-39DA-4077-B9CF-E489CE4C0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4350" y="685800"/>
            <a:ext cx="81153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2755" y="2085788"/>
            <a:ext cx="6133381" cy="1496649"/>
          </a:xfrm>
        </p:spPr>
        <p:txBody>
          <a:bodyPr anchor="b">
            <a:normAutofit/>
          </a:bodyPr>
          <a:lstStyle/>
          <a:p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How to Choose the Stack for Products?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3948056"/>
            <a:ext cx="4572000" cy="830134"/>
          </a:xfrm>
        </p:spPr>
        <p:txBody>
          <a:bodyPr anchor="t">
            <a:normAutofit/>
          </a:bodyPr>
          <a:lstStyle/>
          <a:p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Kamran Khalid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7D7A02-907B-496F-BA7E-AA3780733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BA5268-0AE7-4CAD-9537-D0EB09E76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8D065B-39DA-4077-B9CF-E489CE4C0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4350" y="685800"/>
            <a:ext cx="81153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4646" y="2085788"/>
            <a:ext cx="5163672" cy="14966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/>
            <a:r>
              <a:rPr lang="en-US" sz="2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Project vs 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3948056"/>
            <a:ext cx="4572000" cy="8301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 defTabSz="914400">
              <a:spcBef>
                <a:spcPts val="1000"/>
              </a:spcBef>
              <a:buNone/>
              <a:defRPr sz="1800"/>
            </a:pPr>
            <a:r>
              <a:rPr lang="en-US"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rPr>
              <a:t>What is the difference between a project and a product?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635" y="685800"/>
            <a:ext cx="8100729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040" y="1261137"/>
            <a:ext cx="6719920" cy="888360"/>
          </a:xfrm>
        </p:spPr>
        <p:txBody>
          <a:bodyPr anchor="b">
            <a:normAutofit/>
          </a:bodyPr>
          <a:lstStyle/>
          <a:p>
            <a:pPr algn="ctr" defTabSz="914400"/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Project vs Product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D7C164AE-D9C0-C4B1-01EF-868489CECB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3534452"/>
              </p:ext>
            </p:extLst>
          </p:nvPr>
        </p:nvGraphicFramePr>
        <p:xfrm>
          <a:off x="1575275" y="2377633"/>
          <a:ext cx="6343717" cy="35664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8BF767-4542-017A-9816-802142A2C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635" y="685800"/>
            <a:ext cx="8100729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107EBB-8811-9DC4-4660-AE13498B7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040" y="1261137"/>
            <a:ext cx="6719920" cy="888360"/>
          </a:xfrm>
        </p:spPr>
        <p:txBody>
          <a:bodyPr anchor="b">
            <a:normAutofit/>
          </a:bodyPr>
          <a:lstStyle/>
          <a:p>
            <a:pPr algn="ctr"/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Product — High-Level Tech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0A444-D64F-BDD1-0A6B-DD3F3AC5C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2040" y="2427383"/>
            <a:ext cx="6719919" cy="3169482"/>
          </a:xfrm>
        </p:spPr>
        <p:txBody>
          <a:bodyPr anchor="t">
            <a:normAutofit/>
          </a:bodyPr>
          <a:lstStyle/>
          <a:p>
            <a:pPr>
              <a:defRPr sz="1800"/>
            </a:pP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Frontend (what users interact with)</a:t>
            </a:r>
          </a:p>
          <a:p>
            <a:pPr>
              <a:defRPr sz="1800"/>
            </a:pP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Backend (APIs, business logic)</a:t>
            </a:r>
          </a:p>
          <a:p>
            <a:pPr>
              <a:defRPr sz="1800"/>
            </a:pP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Database (persistent storage)</a:t>
            </a:r>
          </a:p>
        </p:txBody>
      </p:sp>
    </p:spTree>
    <p:extLst>
      <p:ext uri="{BB962C8B-B14F-4D97-AF65-F5344CB8AC3E}">
        <p14:creationId xmlns:p14="http://schemas.microsoft.com/office/powerpoint/2010/main" val="116177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635" y="685800"/>
            <a:ext cx="8100729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040" y="1261137"/>
            <a:ext cx="6719920" cy="888360"/>
          </a:xfrm>
        </p:spPr>
        <p:txBody>
          <a:bodyPr anchor="b">
            <a:normAutofit/>
          </a:bodyPr>
          <a:lstStyle/>
          <a:p>
            <a:pPr algn="ctr"/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Frontend — Languages &amp; Frameworks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409EDCB9-0242-A919-D492-46DC563592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7028063"/>
              </p:ext>
            </p:extLst>
          </p:nvPr>
        </p:nvGraphicFramePr>
        <p:xfrm>
          <a:off x="1777903" y="2669444"/>
          <a:ext cx="5873726" cy="30209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635" y="685800"/>
            <a:ext cx="8100729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040" y="1261137"/>
            <a:ext cx="6719920" cy="888360"/>
          </a:xfrm>
        </p:spPr>
        <p:txBody>
          <a:bodyPr anchor="b">
            <a:normAutofit/>
          </a:bodyPr>
          <a:lstStyle/>
          <a:p>
            <a:pPr algn="ctr"/>
            <a:r>
              <a:rPr lang="en-US" sz="2800">
                <a:solidFill>
                  <a:schemeClr val="tx1">
                    <a:lumMod val="65000"/>
                    <a:lumOff val="35000"/>
                  </a:schemeClr>
                </a:solidFill>
              </a:rPr>
              <a:t>Backend — Languages &amp; Frameworks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05FF4B03-CF7A-13FF-7FAA-002AC43F5D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5376180"/>
              </p:ext>
            </p:extLst>
          </p:nvPr>
        </p:nvGraphicFramePr>
        <p:xfrm>
          <a:off x="1743397" y="2575892"/>
          <a:ext cx="5873726" cy="30209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635" y="685800"/>
            <a:ext cx="8100729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040" y="1261137"/>
            <a:ext cx="6719920" cy="888360"/>
          </a:xfrm>
        </p:spPr>
        <p:txBody>
          <a:bodyPr anchor="b">
            <a:normAutofit/>
          </a:bodyPr>
          <a:lstStyle/>
          <a:p>
            <a:pPr algn="ctr"/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Database — Relational vs NoSQL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D7980E09-B315-45A7-CFE1-9F9728D8BE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815464"/>
              </p:ext>
            </p:extLst>
          </p:nvPr>
        </p:nvGraphicFramePr>
        <p:xfrm>
          <a:off x="2023727" y="2724834"/>
          <a:ext cx="5498507" cy="28690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635" y="685800"/>
            <a:ext cx="8100729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040" y="1261137"/>
            <a:ext cx="6719920" cy="888360"/>
          </a:xfrm>
        </p:spPr>
        <p:txBody>
          <a:bodyPr anchor="b">
            <a:normAutofit/>
          </a:bodyPr>
          <a:lstStyle/>
          <a:p>
            <a:pPr algn="ctr"/>
            <a:r>
              <a:rPr lang="en-US" sz="2800">
                <a:solidFill>
                  <a:schemeClr val="tx1">
                    <a:lumMod val="65000"/>
                    <a:lumOff val="35000"/>
                  </a:schemeClr>
                </a:solidFill>
              </a:rPr>
              <a:t>Frameworks — Why They Matter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5153B0D9-4891-967E-8AA1-68D2D5E1E3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3652674"/>
              </p:ext>
            </p:extLst>
          </p:nvPr>
        </p:nvGraphicFramePr>
        <p:xfrm>
          <a:off x="1319842" y="2835297"/>
          <a:ext cx="6530196" cy="26807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635" y="685800"/>
            <a:ext cx="8100729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040" y="1261137"/>
            <a:ext cx="6719920" cy="888360"/>
          </a:xfrm>
        </p:spPr>
        <p:txBody>
          <a:bodyPr anchor="b">
            <a:normAutofit/>
          </a:bodyPr>
          <a:lstStyle/>
          <a:p>
            <a:pPr algn="ctr"/>
            <a:r>
              <a:rPr lang="en-US" sz="2800">
                <a:solidFill>
                  <a:schemeClr val="tx1">
                    <a:lumMod val="65000"/>
                    <a:lumOff val="35000"/>
                  </a:schemeClr>
                </a:solidFill>
              </a:rPr>
              <a:t>Full-Stack Developer — Definition &amp; Context</a:t>
            </a:r>
          </a:p>
        </p:txBody>
      </p:sp>
      <p:graphicFrame>
        <p:nvGraphicFramePr>
          <p:cNvPr id="34" name="Content Placeholder 2">
            <a:extLst>
              <a:ext uri="{FF2B5EF4-FFF2-40B4-BE49-F238E27FC236}">
                <a16:creationId xmlns:a16="http://schemas.microsoft.com/office/drawing/2014/main" id="{1A6F1B9F-29EA-EEF6-34EE-573C86ADA5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7763144"/>
              </p:ext>
            </p:extLst>
          </p:nvPr>
        </p:nvGraphicFramePr>
        <p:xfrm>
          <a:off x="1212040" y="2427383"/>
          <a:ext cx="6719919" cy="3169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635" y="685800"/>
            <a:ext cx="8100729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040" y="1261137"/>
            <a:ext cx="6719920" cy="888360"/>
          </a:xfrm>
        </p:spPr>
        <p:txBody>
          <a:bodyPr anchor="b">
            <a:normAutofit/>
          </a:bodyPr>
          <a:lstStyle/>
          <a:p>
            <a:pPr algn="ctr"/>
            <a:r>
              <a:rPr lang="en-US" sz="2800">
                <a:solidFill>
                  <a:schemeClr val="tx1">
                    <a:lumMod val="65000"/>
                    <a:lumOff val="35000"/>
                  </a:schemeClr>
                </a:solidFill>
              </a:rPr>
              <a:t>Factors When Choosing a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2040" y="2427383"/>
            <a:ext cx="6719919" cy="3169482"/>
          </a:xfrm>
        </p:spPr>
        <p:txBody>
          <a:bodyPr anchor="t">
            <a:normAutofit/>
          </a:bodyPr>
          <a:lstStyle/>
          <a:p>
            <a:pPr>
              <a:defRPr sz="1800"/>
            </a:pP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Product stage: MVP vs scale</a:t>
            </a:r>
          </a:p>
          <a:p>
            <a:pPr>
              <a:defRPr sz="1800"/>
            </a:pP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Team skills &amp; hiring market</a:t>
            </a:r>
          </a:p>
          <a:p>
            <a:pPr>
              <a:defRPr sz="1800"/>
            </a:pP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Non-functional needs: performance, security, cost</a:t>
            </a:r>
          </a:p>
          <a:p>
            <a:pPr>
              <a:defRPr sz="1800"/>
            </a:pP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Ecosystem &amp; library maturity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635" y="685800"/>
            <a:ext cx="8100729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040" y="1261137"/>
            <a:ext cx="6719920" cy="888360"/>
          </a:xfrm>
        </p:spPr>
        <p:txBody>
          <a:bodyPr anchor="b">
            <a:normAutofit/>
          </a:bodyPr>
          <a:lstStyle/>
          <a:p>
            <a:pPr algn="ctr"/>
            <a:r>
              <a:rPr lang="en-US" sz="2800">
                <a:solidFill>
                  <a:schemeClr val="tx1">
                    <a:lumMod val="65000"/>
                    <a:lumOff val="35000"/>
                  </a:schemeClr>
                </a:solidFill>
              </a:rPr>
              <a:t>Trade-offs You Will 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2040" y="2427383"/>
            <a:ext cx="6719919" cy="3169482"/>
          </a:xfrm>
        </p:spPr>
        <p:txBody>
          <a:bodyPr anchor="t">
            <a:normAutofit/>
          </a:bodyPr>
          <a:lstStyle/>
          <a:p>
            <a:pPr>
              <a:defRPr sz="1800"/>
            </a:pP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Speed (time-to-market) vs maintainability</a:t>
            </a:r>
          </a:p>
          <a:p>
            <a:pPr>
              <a:defRPr sz="1800"/>
            </a:pP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Cutting-edge vs proven tech</a:t>
            </a:r>
          </a:p>
          <a:p>
            <a:pPr>
              <a:defRPr sz="1800"/>
            </a:pP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Monolith vs microservices</a:t>
            </a:r>
          </a:p>
          <a:p>
            <a:pPr>
              <a:defRPr sz="1800"/>
            </a:pP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Vendor lock-in vs control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635" y="685800"/>
            <a:ext cx="8100729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040" y="1261137"/>
            <a:ext cx="6719920" cy="888360"/>
          </a:xfrm>
        </p:spPr>
        <p:txBody>
          <a:bodyPr anchor="b">
            <a:normAutofit/>
          </a:bodyPr>
          <a:lstStyle/>
          <a:p>
            <a:pPr algn="ctr"/>
            <a:r>
              <a:rPr lang="en-US" sz="2800">
                <a:solidFill>
                  <a:schemeClr val="tx1">
                    <a:lumMod val="65000"/>
                    <a:lumOff val="35000"/>
                  </a:schemeClr>
                </a:solidFill>
              </a:rPr>
              <a:t>Approaches to Picking a Stack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E58A8C4A-F95F-77E3-9041-DEC45DC872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0401364"/>
              </p:ext>
            </p:extLst>
          </p:nvPr>
        </p:nvGraphicFramePr>
        <p:xfrm>
          <a:off x="1212040" y="2724834"/>
          <a:ext cx="6719919" cy="30123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635" y="685800"/>
            <a:ext cx="8100729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040" y="1261137"/>
            <a:ext cx="6719920" cy="888360"/>
          </a:xfrm>
        </p:spPr>
        <p:txBody>
          <a:bodyPr anchor="b">
            <a:normAutofit/>
          </a:bodyPr>
          <a:lstStyle/>
          <a:p>
            <a:pPr algn="ctr"/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Practical Scenario 1 — Informational Website (Solicitor)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2040" y="2427383"/>
            <a:ext cx="6719919" cy="3169482"/>
          </a:xfrm>
        </p:spPr>
        <p:txBody>
          <a:bodyPr anchor="t">
            <a:normAutofit/>
          </a:bodyPr>
          <a:lstStyle/>
          <a:p>
            <a:pPr>
              <a:defRPr sz="1800"/>
            </a:pP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Need: pages (About, Services), contact form, basic SEO</a:t>
            </a:r>
          </a:p>
          <a:p>
            <a:pPr>
              <a:defRPr sz="1800"/>
            </a:pP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Best fit: CMS (WordPress, Drupal, Joomla)</a:t>
            </a:r>
          </a:p>
          <a:p>
            <a:pPr>
              <a:defRPr sz="1800"/>
            </a:pP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Benefits: fast setup, plugins, admin UI</a:t>
            </a:r>
          </a:p>
          <a:p>
            <a:pPr>
              <a:defRPr sz="1800"/>
            </a:pP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Trade-offs: custom features, plugin conflicts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635" y="685800"/>
            <a:ext cx="8100729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040" y="1261137"/>
            <a:ext cx="6719920" cy="888360"/>
          </a:xfrm>
        </p:spPr>
        <p:txBody>
          <a:bodyPr anchor="b">
            <a:normAutofit/>
          </a:bodyPr>
          <a:lstStyle/>
          <a:p>
            <a:pPr algn="ctr"/>
            <a:r>
              <a:rPr lang="en-US" sz="2800">
                <a:solidFill>
                  <a:schemeClr val="tx1">
                    <a:lumMod val="65000"/>
                    <a:lumOff val="35000"/>
                  </a:schemeClr>
                </a:solidFill>
              </a:rPr>
              <a:t>Practical Scenario 2 — E-commerce / Shopping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2040" y="2427383"/>
            <a:ext cx="6719919" cy="3169482"/>
          </a:xfrm>
        </p:spPr>
        <p:txBody>
          <a:bodyPr anchor="t">
            <a:normAutofit/>
          </a:bodyPr>
          <a:lstStyle/>
          <a:p>
            <a:pPr>
              <a:defRPr sz="1800"/>
            </a:pP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Needs: product catalog, cart, checkout, payments, order mgmt</a:t>
            </a:r>
          </a:p>
          <a:p>
            <a:pPr>
              <a:defRPr sz="1800"/>
            </a:pP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Options by scale: WooCommerce (small), Shopify (hosted), Magento (enterprise)</a:t>
            </a:r>
          </a:p>
          <a:p>
            <a:pPr>
              <a:defRPr sz="1800"/>
            </a:pP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Consider headless commerce for flexible frontends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635" y="685800"/>
            <a:ext cx="8100729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040" y="1261137"/>
            <a:ext cx="6719920" cy="888360"/>
          </a:xfrm>
        </p:spPr>
        <p:txBody>
          <a:bodyPr anchor="b">
            <a:normAutofit/>
          </a:bodyPr>
          <a:lstStyle/>
          <a:p>
            <a:pPr algn="ctr"/>
            <a:r>
              <a:rPr lang="en-US" sz="2800">
                <a:solidFill>
                  <a:schemeClr val="tx1">
                    <a:lumMod val="65000"/>
                    <a:lumOff val="35000"/>
                  </a:schemeClr>
                </a:solidFill>
              </a:rPr>
              <a:t>Practical Scenario 3 — SaaS 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2040" y="2427383"/>
            <a:ext cx="6719919" cy="3169482"/>
          </a:xfrm>
        </p:spPr>
        <p:txBody>
          <a:bodyPr anchor="t">
            <a:normAutofit/>
          </a:bodyPr>
          <a:lstStyle/>
          <a:p>
            <a:pPr>
              <a:defRPr sz="1800"/>
            </a:pP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Needs: user accounts, APIs, multi-tenancy, billing, scaling</a:t>
            </a:r>
          </a:p>
          <a:p>
            <a:pPr>
              <a:defRPr sz="1800"/>
            </a:pP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Typical stack: React/Vue + Node/Python/Java + PostgreSQL/NoSQL + Cloud/Docker/Kubernetes</a:t>
            </a:r>
          </a:p>
          <a:p>
            <a:pPr>
              <a:defRPr sz="1800"/>
            </a:pP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Use third-party services for auth, email, billing to speed up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635" y="685800"/>
            <a:ext cx="8100729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040" y="1261137"/>
            <a:ext cx="6719920" cy="888360"/>
          </a:xfrm>
        </p:spPr>
        <p:txBody>
          <a:bodyPr anchor="b">
            <a:normAutofit/>
          </a:bodyPr>
          <a:lstStyle/>
          <a:p>
            <a:pPr algn="ctr"/>
            <a:r>
              <a:rPr lang="en-US" sz="2800">
                <a:solidFill>
                  <a:schemeClr val="tx1">
                    <a:lumMod val="65000"/>
                    <a:lumOff val="35000"/>
                  </a:schemeClr>
                </a:solidFill>
              </a:rPr>
              <a:t>Decision Checklist — 5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2040" y="2427383"/>
            <a:ext cx="6719919" cy="3169482"/>
          </a:xfrm>
        </p:spPr>
        <p:txBody>
          <a:bodyPr anchor="t">
            <a:normAutofit/>
          </a:bodyPr>
          <a:lstStyle/>
          <a:p>
            <a:pPr marL="0" indent="0">
              <a:buNone/>
              <a:defRPr sz="1800"/>
            </a:pP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1. Define product goals &amp; constraints</a:t>
            </a:r>
          </a:p>
          <a:p>
            <a:pPr marL="0" indent="0">
              <a:buNone/>
              <a:defRPr sz="1800"/>
            </a:pP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2. Assess team skills</a:t>
            </a:r>
          </a:p>
          <a:p>
            <a:pPr marL="0" indent="0">
              <a:buNone/>
              <a:defRPr sz="1800"/>
            </a:pP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3. Map scalability &amp; non-functional needs</a:t>
            </a:r>
          </a:p>
          <a:p>
            <a:pPr marL="0" indent="0">
              <a:buNone/>
              <a:defRPr sz="1800"/>
            </a:pP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4. Evaluate ecosystem &amp; hiring market</a:t>
            </a:r>
          </a:p>
          <a:p>
            <a:pPr marL="0" indent="0">
              <a:buNone/>
              <a:defRPr sz="1800"/>
            </a:pP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5. Prototype / POC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635" y="685800"/>
            <a:ext cx="8100729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040" y="1261137"/>
            <a:ext cx="6719920" cy="888360"/>
          </a:xfrm>
        </p:spPr>
        <p:txBody>
          <a:bodyPr anchor="b">
            <a:normAutofit/>
          </a:bodyPr>
          <a:lstStyle/>
          <a:p>
            <a:pPr algn="ctr"/>
            <a:r>
              <a:rPr lang="en-US" sz="2800">
                <a:solidFill>
                  <a:schemeClr val="tx1">
                    <a:lumMod val="65000"/>
                    <a:lumOff val="35000"/>
                  </a:schemeClr>
                </a:solidFill>
              </a:rPr>
              <a:t>Starter Stacks for Students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2040" y="2427383"/>
            <a:ext cx="6719919" cy="3169482"/>
          </a:xfrm>
        </p:spPr>
        <p:txBody>
          <a:bodyPr anchor="t">
            <a:normAutofit/>
          </a:bodyPr>
          <a:lstStyle/>
          <a:p>
            <a:pPr>
              <a:defRPr sz="1800"/>
            </a:pP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MERN: MongoDB, Express, React, Node (JS end-to-end)</a:t>
            </a:r>
          </a:p>
          <a:p>
            <a:pPr>
              <a:defRPr sz="1800"/>
            </a:pP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Django + React: Python backend + modern frontend</a:t>
            </a:r>
          </a:p>
          <a:p>
            <a:pPr>
              <a:defRPr sz="1800"/>
            </a:pP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LAMP: classic stack for fundamentals</a:t>
            </a:r>
          </a:p>
          <a:p>
            <a:pPr>
              <a:defRPr sz="1800"/>
            </a:pP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Serverless / Firebase: fast MVPs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635" y="685800"/>
            <a:ext cx="8100729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040" y="1261137"/>
            <a:ext cx="6719920" cy="888360"/>
          </a:xfrm>
        </p:spPr>
        <p:txBody>
          <a:bodyPr anchor="b">
            <a:normAutofit/>
          </a:bodyPr>
          <a:lstStyle/>
          <a:p>
            <a:pPr algn="ctr"/>
            <a:r>
              <a:rPr lang="en-US" sz="2800">
                <a:solidFill>
                  <a:schemeClr val="tx1">
                    <a:lumMod val="65000"/>
                    <a:lumOff val="35000"/>
                  </a:schemeClr>
                </a:solidFill>
              </a:rPr>
              <a:t>Summary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2040" y="2427383"/>
            <a:ext cx="6719919" cy="3169482"/>
          </a:xfrm>
        </p:spPr>
        <p:txBody>
          <a:bodyPr anchor="t">
            <a:normAutofit/>
          </a:bodyPr>
          <a:lstStyle/>
          <a:p>
            <a:pPr>
              <a:defRPr sz="1800"/>
            </a:pP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No perfect stack — choose best-fit for context</a:t>
            </a:r>
          </a:p>
          <a:p>
            <a:pPr>
              <a:defRPr sz="1800"/>
            </a:pP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Use scenario-driven decisions (site, shop, SaaS)</a:t>
            </a:r>
          </a:p>
          <a:p>
            <a:pPr>
              <a:defRPr sz="1800"/>
            </a:pP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Full-stack is useful early; specialization grows with product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69D66E-F967-1C28-A5FF-9D9E93B52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635" y="685800"/>
            <a:ext cx="8100729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671194-2882-4733-33CE-2ED81690D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040" y="1261137"/>
            <a:ext cx="6719920" cy="888360"/>
          </a:xfrm>
        </p:spPr>
        <p:txBody>
          <a:bodyPr anchor="b">
            <a:normAutofit/>
          </a:bodyPr>
          <a:lstStyle/>
          <a:p>
            <a:pPr algn="ctr"/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Thank You!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3C5AB1-D0B1-2ADD-2D50-68AE547C9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040" y="2473556"/>
            <a:ext cx="3269253" cy="28510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473F7A9-FEDD-78C0-4652-A4861F08E7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811" y="3194755"/>
            <a:ext cx="1447269" cy="144726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1834231-DF73-1363-C370-1EC0B26CDFF8}"/>
              </a:ext>
            </a:extLst>
          </p:cNvPr>
          <p:cNvSpPr txBox="1"/>
          <p:nvPr/>
        </p:nvSpPr>
        <p:spPr>
          <a:xfrm>
            <a:off x="5617765" y="2724834"/>
            <a:ext cx="1868127" cy="287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ctr" defTabSz="685800">
              <a:lnSpc>
                <a:spcPct val="90000"/>
              </a:lnSpc>
              <a:spcBef>
                <a:spcPts val="750"/>
              </a:spcBef>
              <a:spcAft>
                <a:spcPct val="35000"/>
              </a:spcAft>
              <a:defRPr sz="1800"/>
            </a:pPr>
            <a:r>
              <a:rPr lang="en-US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Aptos" panose="02110004020202020204"/>
              </a:rPr>
              <a:t>Medium</a:t>
            </a:r>
          </a:p>
        </p:txBody>
      </p:sp>
    </p:spTree>
    <p:extLst>
      <p:ext uri="{BB962C8B-B14F-4D97-AF65-F5344CB8AC3E}">
        <p14:creationId xmlns:p14="http://schemas.microsoft.com/office/powerpoint/2010/main" val="883136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Words>530</Words>
  <Application>Microsoft Macintosh PowerPoint</Application>
  <PresentationFormat>On-screen Show (4:3)</PresentationFormat>
  <Paragraphs>71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Office Theme</vt:lpstr>
      <vt:lpstr>How to Choose the Stack for Products?</vt:lpstr>
      <vt:lpstr>Project vs Product</vt:lpstr>
      <vt:lpstr>Project vs Product</vt:lpstr>
      <vt:lpstr>Product — High-Level Tech View</vt:lpstr>
      <vt:lpstr>Frontend — Languages &amp; Frameworks</vt:lpstr>
      <vt:lpstr>Backend — Languages &amp; Frameworks</vt:lpstr>
      <vt:lpstr>Database — Relational vs NoSQL</vt:lpstr>
      <vt:lpstr>Frameworks — Why They Matter</vt:lpstr>
      <vt:lpstr>Full-Stack Developer — Definition &amp; Context</vt:lpstr>
      <vt:lpstr>Factors When Choosing a Stack</vt:lpstr>
      <vt:lpstr>Trade-offs You Will Face</vt:lpstr>
      <vt:lpstr>Approaches to Picking a Stack</vt:lpstr>
      <vt:lpstr>Practical Scenario 1 — Informational Website (Solicitor)</vt:lpstr>
      <vt:lpstr>Practical Scenario 2 — E-commerce / Shopping</vt:lpstr>
      <vt:lpstr>Practical Scenario 3 — SaaS Product</vt:lpstr>
      <vt:lpstr>Decision Checklist — 5 Steps</vt:lpstr>
      <vt:lpstr>Starter Stacks for Students</vt:lpstr>
      <vt:lpstr>Summary — Key Takeaways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Kamran Khalid</cp:lastModifiedBy>
  <cp:revision>19</cp:revision>
  <dcterms:created xsi:type="dcterms:W3CDTF">2013-01-27T09:14:16Z</dcterms:created>
  <dcterms:modified xsi:type="dcterms:W3CDTF">2025-09-30T00:02:43Z</dcterms:modified>
  <cp:category/>
</cp:coreProperties>
</file>